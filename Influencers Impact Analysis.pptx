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9" r:id="rId1"/>
  </p:sldMasterIdLst>
  <p:notesMasterIdLst>
    <p:notesMasterId r:id="rId15"/>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sldSz cx="9144000" cy="5143500" type="screen16x9"/>
  <p:notesSz cx="6858000" cy="9144000"/>
  <p:embeddedFontLst>
    <p:embeddedFont>
      <p:font typeface="Roboto" panose="02000000000000000000" pitchFamily="2" charset="0"/>
      <p:regular r:id="rId16"/>
      <p:bold r:id="rId17"/>
      <p:italic r:id="rId18"/>
      <p:boldItalic r:id="rId19"/>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92" d="100"/>
          <a:sy n="92" d="100"/>
        </p:scale>
        <p:origin x="1186" y="293"/>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3.fntdata"/><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2.fntdata"/><Relationship Id="rId2" Type="http://schemas.openxmlformats.org/officeDocument/2006/relationships/slide" Target="slides/slide1.xml"/><Relationship Id="rId16" Type="http://schemas.openxmlformats.org/officeDocument/2006/relationships/font" Target="fonts/font1.fntdata"/><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microsoft.com/office/2016/11/relationships/changesInfo" Target="changesInfos/changesInfo1.xml"/><Relationship Id="rId5" Type="http://schemas.openxmlformats.org/officeDocument/2006/relationships/slide" Target="slides/slide4.xml"/><Relationship Id="rId15" Type="http://schemas.openxmlformats.org/officeDocument/2006/relationships/notesMaster" Target="notesMasters/notesMaster1.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font" Target="fonts/font4.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aumya Jaiswal" userId="49fa28b1-c152-4086-a7c8-d481f534febd" providerId="ADAL" clId="{63AEFA00-A074-4536-B82F-CB93CF62DB60}"/>
    <pc:docChg chg="modSld">
      <pc:chgData name="Saumya Jaiswal" userId="49fa28b1-c152-4086-a7c8-d481f534febd" providerId="ADAL" clId="{63AEFA00-A074-4536-B82F-CB93CF62DB60}" dt="2026-04-12T20:12:03.506" v="24" actId="20577"/>
      <pc:docMkLst>
        <pc:docMk/>
      </pc:docMkLst>
      <pc:sldChg chg="modSp mod">
        <pc:chgData name="Saumya Jaiswal" userId="49fa28b1-c152-4086-a7c8-d481f534febd" providerId="ADAL" clId="{63AEFA00-A074-4536-B82F-CB93CF62DB60}" dt="2026-04-12T20:12:03.506" v="24" actId="20577"/>
        <pc:sldMkLst>
          <pc:docMk/>
          <pc:sldMk cId="0" sldId="256"/>
        </pc:sldMkLst>
        <pc:spChg chg="mod">
          <ac:chgData name="Saumya Jaiswal" userId="49fa28b1-c152-4086-a7c8-d481f534febd" providerId="ADAL" clId="{63AEFA00-A074-4536-B82F-CB93CF62DB60}" dt="2026-04-12T20:12:03.506" v="24" actId="20577"/>
          <ac:spMkLst>
            <pc:docMk/>
            <pc:sldMk cId="0" sldId="256"/>
            <ac:spMk id="85" creationId="{00000000-0000-0000-0000-000000000000}"/>
          </ac:spMkLst>
        </pc:spChg>
        <pc:spChg chg="mod">
          <ac:chgData name="Saumya Jaiswal" userId="49fa28b1-c152-4086-a7c8-d481f534febd" providerId="ADAL" clId="{63AEFA00-A074-4536-B82F-CB93CF62DB60}" dt="2026-04-12T18:02:28.889" v="23" actId="20577"/>
          <ac:spMkLst>
            <pc:docMk/>
            <pc:sldMk cId="0" sldId="256"/>
            <ac:spMk id="86"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1"/>
        <p:cNvGrpSpPr/>
        <p:nvPr/>
      </p:nvGrpSpPr>
      <p:grpSpPr>
        <a:xfrm>
          <a:off x="0" y="0"/>
          <a:ext cx="0" cy="0"/>
          <a:chOff x="0" y="0"/>
          <a:chExt cx="0" cy="0"/>
        </a:xfrm>
      </p:grpSpPr>
      <p:sp>
        <p:nvSpPr>
          <p:cNvPr id="82" name="Google Shape;82;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3" name="Google Shape;83;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
        <p:cNvGrpSpPr/>
        <p:nvPr/>
      </p:nvGrpSpPr>
      <p:grpSpPr>
        <a:xfrm>
          <a:off x="0" y="0"/>
          <a:ext cx="0" cy="0"/>
          <a:chOff x="0" y="0"/>
          <a:chExt cx="0" cy="0"/>
        </a:xfrm>
      </p:grpSpPr>
      <p:sp>
        <p:nvSpPr>
          <p:cNvPr id="88" name="Google Shape;88;ga759c221e4_3_95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9" name="Google Shape;89;ga759c221e4_3_95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3"/>
        <p:cNvGrpSpPr/>
        <p:nvPr/>
      </p:nvGrpSpPr>
      <p:grpSpPr>
        <a:xfrm>
          <a:off x="0" y="0"/>
          <a:ext cx="0" cy="0"/>
          <a:chOff x="0" y="0"/>
          <a:chExt cx="0" cy="0"/>
        </a:xfrm>
      </p:grpSpPr>
      <p:sp>
        <p:nvSpPr>
          <p:cNvPr id="94" name="Google Shape;94;ga759c221e4_0_559: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5" name="Google Shape;95;ga759c221e4_0_55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9"/>
        <p:cNvGrpSpPr/>
        <p:nvPr/>
      </p:nvGrpSpPr>
      <p:grpSpPr>
        <a:xfrm>
          <a:off x="0" y="0"/>
          <a:ext cx="0" cy="0"/>
          <a:chOff x="0" y="0"/>
          <a:chExt cx="0" cy="0"/>
        </a:xfrm>
      </p:grpSpPr>
      <p:sp>
        <p:nvSpPr>
          <p:cNvPr id="100" name="Google Shape;100;ga759c221e4_3_929: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1" name="Google Shape;101;ga759c221e4_3_92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5"/>
        <p:cNvGrpSpPr/>
        <p:nvPr/>
      </p:nvGrpSpPr>
      <p:grpSpPr>
        <a:xfrm>
          <a:off x="0" y="0"/>
          <a:ext cx="0" cy="0"/>
          <a:chOff x="0" y="0"/>
          <a:chExt cx="0" cy="0"/>
        </a:xfrm>
      </p:grpSpPr>
      <p:sp>
        <p:nvSpPr>
          <p:cNvPr id="106" name="Google Shape;106;ga759c221e4_3_93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7" name="Google Shape;107;ga759c221e4_3_93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1"/>
        <p:cNvGrpSpPr/>
        <p:nvPr/>
      </p:nvGrpSpPr>
      <p:grpSpPr>
        <a:xfrm>
          <a:off x="0" y="0"/>
          <a:ext cx="0" cy="0"/>
          <a:chOff x="0" y="0"/>
          <a:chExt cx="0" cy="0"/>
        </a:xfrm>
      </p:grpSpPr>
      <p:sp>
        <p:nvSpPr>
          <p:cNvPr id="112" name="Google Shape;112;ga759c221e4_3_939: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3" name="Google Shape;113;ga759c221e4_3_93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6"/>
        <p:cNvGrpSpPr/>
        <p:nvPr/>
      </p:nvGrpSpPr>
      <p:grpSpPr>
        <a:xfrm>
          <a:off x="0" y="0"/>
          <a:ext cx="0" cy="0"/>
          <a:chOff x="0" y="0"/>
          <a:chExt cx="0" cy="0"/>
        </a:xfrm>
      </p:grpSpPr>
      <p:sp>
        <p:nvSpPr>
          <p:cNvPr id="117" name="Google Shape;117;ga759c221e4_3_95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8" name="Google Shape;118;ga759c221e4_3_95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1"/>
        <p:cNvGrpSpPr/>
        <p:nvPr/>
      </p:nvGrpSpPr>
      <p:grpSpPr>
        <a:xfrm>
          <a:off x="0" y="0"/>
          <a:ext cx="0" cy="0"/>
          <a:chOff x="0" y="0"/>
          <a:chExt cx="0" cy="0"/>
        </a:xfrm>
      </p:grpSpPr>
      <p:sp>
        <p:nvSpPr>
          <p:cNvPr id="122" name="Google Shape;122;ga759c221e4_3_96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3" name="Google Shape;123;ga759c221e4_3_96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
        <p:cNvGrpSpPr/>
        <p:nvPr/>
      </p:nvGrpSpPr>
      <p:grpSpPr>
        <a:xfrm>
          <a:off x="0" y="0"/>
          <a:ext cx="0" cy="0"/>
          <a:chOff x="0" y="0"/>
          <a:chExt cx="0" cy="0"/>
        </a:xfrm>
      </p:grpSpPr>
      <p:sp>
        <p:nvSpPr>
          <p:cNvPr id="129" name="Google Shape;129;ga759c221e4_3_96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0" name="Google Shape;130;ga759c221e4_3_96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4"/>
        <p:cNvGrpSpPr/>
        <p:nvPr/>
      </p:nvGrpSpPr>
      <p:grpSpPr>
        <a:xfrm>
          <a:off x="0" y="0"/>
          <a:ext cx="0" cy="0"/>
          <a:chOff x="0" y="0"/>
          <a:chExt cx="0" cy="0"/>
        </a:xfrm>
      </p:grpSpPr>
      <p:sp>
        <p:nvSpPr>
          <p:cNvPr id="135" name="Google Shape;135;ga759c221e4_3_97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6" name="Google Shape;136;ga759c221e4_3_97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9"/>
        <p:cNvGrpSpPr/>
        <p:nvPr/>
      </p:nvGrpSpPr>
      <p:grpSpPr>
        <a:xfrm>
          <a:off x="0" y="0"/>
          <a:ext cx="0" cy="0"/>
          <a:chOff x="0" y="0"/>
          <a:chExt cx="0" cy="0"/>
        </a:xfrm>
      </p:grpSpPr>
      <p:sp>
        <p:nvSpPr>
          <p:cNvPr id="140" name="Google Shape;140;ga759c221e4_3_97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1" name="Google Shape;141;ga759c221e4_3_97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5"/>
        <p:cNvGrpSpPr/>
        <p:nvPr/>
      </p:nvGrpSpPr>
      <p:grpSpPr>
        <a:xfrm>
          <a:off x="0" y="0"/>
          <a:ext cx="0" cy="0"/>
          <a:chOff x="0" y="0"/>
          <a:chExt cx="0" cy="0"/>
        </a:xfrm>
      </p:grpSpPr>
      <p:sp>
        <p:nvSpPr>
          <p:cNvPr id="146" name="Google Shape;146;ga759c221e4_3_98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7" name="Google Shape;147;ga759c221e4_3_98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1"/>
        <p:cNvGrpSpPr/>
        <p:nvPr/>
      </p:nvGrpSpPr>
      <p:grpSpPr>
        <a:xfrm>
          <a:off x="0" y="0"/>
          <a:ext cx="0" cy="0"/>
          <a:chOff x="0" y="0"/>
          <a:chExt cx="0" cy="0"/>
        </a:xfrm>
      </p:grpSpPr>
      <p:sp>
        <p:nvSpPr>
          <p:cNvPr id="152" name="Google Shape;152;ga759c221e4_3_99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3" name="Google Shape;153;ga759c221e4_3_99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bg>
      <p:bgPr>
        <a:solidFill>
          <a:schemeClr val="dk1"/>
        </a:solidFill>
        <a:effectLst/>
      </p:bgPr>
    </p:bg>
    <p:spTree>
      <p:nvGrpSpPr>
        <p:cNvPr id="1" name="Shape 9"/>
        <p:cNvGrpSpPr/>
        <p:nvPr/>
      </p:nvGrpSpPr>
      <p:grpSpPr>
        <a:xfrm>
          <a:off x="0" y="0"/>
          <a:ext cx="0" cy="0"/>
          <a:chOff x="0" y="0"/>
          <a:chExt cx="0" cy="0"/>
        </a:xfrm>
      </p:grpSpPr>
      <p:grpSp>
        <p:nvGrpSpPr>
          <p:cNvPr id="10" name="Google Shape;10;p2"/>
          <p:cNvGrpSpPr/>
          <p:nvPr/>
        </p:nvGrpSpPr>
        <p:grpSpPr>
          <a:xfrm>
            <a:off x="6098378" y="5"/>
            <a:ext cx="3045625" cy="2030570"/>
            <a:chOff x="6098378" y="5"/>
            <a:chExt cx="3045625" cy="2030570"/>
          </a:xfrm>
        </p:grpSpPr>
        <p:sp>
          <p:nvSpPr>
            <p:cNvPr id="11" name="Google Shape;11;p2"/>
            <p:cNvSpPr/>
            <p:nvPr/>
          </p:nvSpPr>
          <p:spPr>
            <a:xfrm>
              <a:off x="8128803" y="16"/>
              <a:ext cx="1015200" cy="10152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 name="Google Shape;12;p2"/>
            <p:cNvSpPr/>
            <p:nvPr/>
          </p:nvSpPr>
          <p:spPr>
            <a:xfrm flipH="1">
              <a:off x="7113463" y="5"/>
              <a:ext cx="1015200" cy="1015200"/>
            </a:xfrm>
            <a:prstGeom prst="rtTriangl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 name="Google Shape;13;p2"/>
            <p:cNvSpPr/>
            <p:nvPr/>
          </p:nvSpPr>
          <p:spPr>
            <a:xfrm rot="10800000" flipH="1">
              <a:off x="7113588" y="107"/>
              <a:ext cx="1015200" cy="1015200"/>
            </a:xfrm>
            <a:prstGeom prst="rtTriangle">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 name="Google Shape;14;p2"/>
            <p:cNvSpPr/>
            <p:nvPr/>
          </p:nvSpPr>
          <p:spPr>
            <a:xfrm rot="10800000">
              <a:off x="6098378" y="97"/>
              <a:ext cx="1015200" cy="1015200"/>
            </a:xfrm>
            <a:prstGeom prst="rtTriangle">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 name="Google Shape;15;p2"/>
            <p:cNvSpPr/>
            <p:nvPr/>
          </p:nvSpPr>
          <p:spPr>
            <a:xfrm rot="10800000">
              <a:off x="8128789" y="1015375"/>
              <a:ext cx="1015200" cy="1015200"/>
            </a:xfrm>
            <a:prstGeom prst="rtTriangle">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6" name="Google Shape;16;p2"/>
          <p:cNvSpPr txBox="1">
            <a:spLocks noGrp="1"/>
          </p:cNvSpPr>
          <p:nvPr>
            <p:ph type="ctrTitle"/>
          </p:nvPr>
        </p:nvSpPr>
        <p:spPr>
          <a:xfrm>
            <a:off x="598100" y="1775222"/>
            <a:ext cx="8222100" cy="838800"/>
          </a:xfrm>
          <a:prstGeom prst="rect">
            <a:avLst/>
          </a:prstGeom>
        </p:spPr>
        <p:txBody>
          <a:bodyPr spcFirstLastPara="1" wrap="square" lIns="91425" tIns="91425" rIns="91425" bIns="91425" anchor="b" anchorCtr="0">
            <a:noAutofit/>
          </a:bodyPr>
          <a:lstStyle>
            <a:lvl1pPr lvl="0">
              <a:spcBef>
                <a:spcPts val="0"/>
              </a:spcBef>
              <a:spcAft>
                <a:spcPts val="0"/>
              </a:spcAft>
              <a:buClr>
                <a:schemeClr val="lt1"/>
              </a:buClr>
              <a:buSzPts val="4200"/>
              <a:buNone/>
              <a:defRPr sz="4200">
                <a:solidFill>
                  <a:schemeClr val="lt1"/>
                </a:solidFill>
              </a:defRPr>
            </a:lvl1pPr>
            <a:lvl2pPr lvl="1">
              <a:spcBef>
                <a:spcPts val="0"/>
              </a:spcBef>
              <a:spcAft>
                <a:spcPts val="0"/>
              </a:spcAft>
              <a:buClr>
                <a:schemeClr val="lt1"/>
              </a:buClr>
              <a:buSzPts val="4200"/>
              <a:buNone/>
              <a:defRPr sz="4200">
                <a:solidFill>
                  <a:schemeClr val="lt1"/>
                </a:solidFill>
              </a:defRPr>
            </a:lvl2pPr>
            <a:lvl3pPr lvl="2">
              <a:spcBef>
                <a:spcPts val="0"/>
              </a:spcBef>
              <a:spcAft>
                <a:spcPts val="0"/>
              </a:spcAft>
              <a:buClr>
                <a:schemeClr val="lt1"/>
              </a:buClr>
              <a:buSzPts val="4200"/>
              <a:buNone/>
              <a:defRPr sz="4200">
                <a:solidFill>
                  <a:schemeClr val="lt1"/>
                </a:solidFill>
              </a:defRPr>
            </a:lvl3pPr>
            <a:lvl4pPr lvl="3">
              <a:spcBef>
                <a:spcPts val="0"/>
              </a:spcBef>
              <a:spcAft>
                <a:spcPts val="0"/>
              </a:spcAft>
              <a:buClr>
                <a:schemeClr val="lt1"/>
              </a:buClr>
              <a:buSzPts val="4200"/>
              <a:buNone/>
              <a:defRPr sz="4200">
                <a:solidFill>
                  <a:schemeClr val="lt1"/>
                </a:solidFill>
              </a:defRPr>
            </a:lvl4pPr>
            <a:lvl5pPr lvl="4">
              <a:spcBef>
                <a:spcPts val="0"/>
              </a:spcBef>
              <a:spcAft>
                <a:spcPts val="0"/>
              </a:spcAft>
              <a:buClr>
                <a:schemeClr val="lt1"/>
              </a:buClr>
              <a:buSzPts val="4200"/>
              <a:buNone/>
              <a:defRPr sz="4200">
                <a:solidFill>
                  <a:schemeClr val="lt1"/>
                </a:solidFill>
              </a:defRPr>
            </a:lvl5pPr>
            <a:lvl6pPr lvl="5">
              <a:spcBef>
                <a:spcPts val="0"/>
              </a:spcBef>
              <a:spcAft>
                <a:spcPts val="0"/>
              </a:spcAft>
              <a:buClr>
                <a:schemeClr val="lt1"/>
              </a:buClr>
              <a:buSzPts val="4200"/>
              <a:buNone/>
              <a:defRPr sz="4200">
                <a:solidFill>
                  <a:schemeClr val="lt1"/>
                </a:solidFill>
              </a:defRPr>
            </a:lvl6pPr>
            <a:lvl7pPr lvl="6">
              <a:spcBef>
                <a:spcPts val="0"/>
              </a:spcBef>
              <a:spcAft>
                <a:spcPts val="0"/>
              </a:spcAft>
              <a:buClr>
                <a:schemeClr val="lt1"/>
              </a:buClr>
              <a:buSzPts val="4200"/>
              <a:buNone/>
              <a:defRPr sz="4200">
                <a:solidFill>
                  <a:schemeClr val="lt1"/>
                </a:solidFill>
              </a:defRPr>
            </a:lvl7pPr>
            <a:lvl8pPr lvl="7">
              <a:spcBef>
                <a:spcPts val="0"/>
              </a:spcBef>
              <a:spcAft>
                <a:spcPts val="0"/>
              </a:spcAft>
              <a:buClr>
                <a:schemeClr val="lt1"/>
              </a:buClr>
              <a:buSzPts val="4200"/>
              <a:buNone/>
              <a:defRPr sz="4200">
                <a:solidFill>
                  <a:schemeClr val="lt1"/>
                </a:solidFill>
              </a:defRPr>
            </a:lvl8pPr>
            <a:lvl9pPr lvl="8">
              <a:spcBef>
                <a:spcPts val="0"/>
              </a:spcBef>
              <a:spcAft>
                <a:spcPts val="0"/>
              </a:spcAft>
              <a:buClr>
                <a:schemeClr val="lt1"/>
              </a:buClr>
              <a:buSzPts val="4200"/>
              <a:buNone/>
              <a:defRPr sz="4200">
                <a:solidFill>
                  <a:schemeClr val="lt1"/>
                </a:solidFill>
              </a:defRPr>
            </a:lvl9pPr>
          </a:lstStyle>
          <a:p>
            <a:endParaRPr/>
          </a:p>
        </p:txBody>
      </p:sp>
      <p:sp>
        <p:nvSpPr>
          <p:cNvPr id="17" name="Google Shape;17;p2"/>
          <p:cNvSpPr txBox="1">
            <a:spLocks noGrp="1"/>
          </p:cNvSpPr>
          <p:nvPr>
            <p:ph type="subTitle" idx="1"/>
          </p:nvPr>
        </p:nvSpPr>
        <p:spPr>
          <a:xfrm>
            <a:off x="598088" y="2715913"/>
            <a:ext cx="8222100" cy="432900"/>
          </a:xfrm>
          <a:prstGeom prst="rect">
            <a:avLst/>
          </a:prstGeom>
        </p:spPr>
        <p:txBody>
          <a:bodyPr spcFirstLastPara="1" wrap="square" lIns="91425" tIns="91425" rIns="91425" bIns="91425" anchor="t" anchorCtr="0">
            <a:noAutofit/>
          </a:bodyPr>
          <a:lstStyle>
            <a:lvl1pPr lvl="0">
              <a:lnSpc>
                <a:spcPct val="100000"/>
              </a:lnSpc>
              <a:spcBef>
                <a:spcPts val="0"/>
              </a:spcBef>
              <a:spcAft>
                <a:spcPts val="0"/>
              </a:spcAft>
              <a:buClr>
                <a:schemeClr val="lt1"/>
              </a:buClr>
              <a:buSzPts val="2100"/>
              <a:buNone/>
              <a:defRPr sz="2100">
                <a:solidFill>
                  <a:schemeClr val="lt1"/>
                </a:solidFill>
              </a:defRPr>
            </a:lvl1pPr>
            <a:lvl2pPr lvl="1">
              <a:lnSpc>
                <a:spcPct val="100000"/>
              </a:lnSpc>
              <a:spcBef>
                <a:spcPts val="0"/>
              </a:spcBef>
              <a:spcAft>
                <a:spcPts val="0"/>
              </a:spcAft>
              <a:buClr>
                <a:schemeClr val="lt1"/>
              </a:buClr>
              <a:buSzPts val="2100"/>
              <a:buNone/>
              <a:defRPr sz="2100">
                <a:solidFill>
                  <a:schemeClr val="lt1"/>
                </a:solidFill>
              </a:defRPr>
            </a:lvl2pPr>
            <a:lvl3pPr lvl="2">
              <a:lnSpc>
                <a:spcPct val="100000"/>
              </a:lnSpc>
              <a:spcBef>
                <a:spcPts val="0"/>
              </a:spcBef>
              <a:spcAft>
                <a:spcPts val="0"/>
              </a:spcAft>
              <a:buClr>
                <a:schemeClr val="lt1"/>
              </a:buClr>
              <a:buSzPts val="2100"/>
              <a:buNone/>
              <a:defRPr sz="2100">
                <a:solidFill>
                  <a:schemeClr val="lt1"/>
                </a:solidFill>
              </a:defRPr>
            </a:lvl3pPr>
            <a:lvl4pPr lvl="3">
              <a:lnSpc>
                <a:spcPct val="100000"/>
              </a:lnSpc>
              <a:spcBef>
                <a:spcPts val="0"/>
              </a:spcBef>
              <a:spcAft>
                <a:spcPts val="0"/>
              </a:spcAft>
              <a:buClr>
                <a:schemeClr val="lt1"/>
              </a:buClr>
              <a:buSzPts val="2100"/>
              <a:buNone/>
              <a:defRPr sz="2100">
                <a:solidFill>
                  <a:schemeClr val="lt1"/>
                </a:solidFill>
              </a:defRPr>
            </a:lvl4pPr>
            <a:lvl5pPr lvl="4">
              <a:lnSpc>
                <a:spcPct val="100000"/>
              </a:lnSpc>
              <a:spcBef>
                <a:spcPts val="0"/>
              </a:spcBef>
              <a:spcAft>
                <a:spcPts val="0"/>
              </a:spcAft>
              <a:buClr>
                <a:schemeClr val="lt1"/>
              </a:buClr>
              <a:buSzPts val="2100"/>
              <a:buNone/>
              <a:defRPr sz="2100">
                <a:solidFill>
                  <a:schemeClr val="lt1"/>
                </a:solidFill>
              </a:defRPr>
            </a:lvl5pPr>
            <a:lvl6pPr lvl="5">
              <a:lnSpc>
                <a:spcPct val="100000"/>
              </a:lnSpc>
              <a:spcBef>
                <a:spcPts val="0"/>
              </a:spcBef>
              <a:spcAft>
                <a:spcPts val="0"/>
              </a:spcAft>
              <a:buClr>
                <a:schemeClr val="lt1"/>
              </a:buClr>
              <a:buSzPts val="2100"/>
              <a:buNone/>
              <a:defRPr sz="2100">
                <a:solidFill>
                  <a:schemeClr val="lt1"/>
                </a:solidFill>
              </a:defRPr>
            </a:lvl6pPr>
            <a:lvl7pPr lvl="6">
              <a:lnSpc>
                <a:spcPct val="100000"/>
              </a:lnSpc>
              <a:spcBef>
                <a:spcPts val="0"/>
              </a:spcBef>
              <a:spcAft>
                <a:spcPts val="0"/>
              </a:spcAft>
              <a:buClr>
                <a:schemeClr val="lt1"/>
              </a:buClr>
              <a:buSzPts val="2100"/>
              <a:buNone/>
              <a:defRPr sz="2100">
                <a:solidFill>
                  <a:schemeClr val="lt1"/>
                </a:solidFill>
              </a:defRPr>
            </a:lvl7pPr>
            <a:lvl8pPr lvl="7">
              <a:lnSpc>
                <a:spcPct val="100000"/>
              </a:lnSpc>
              <a:spcBef>
                <a:spcPts val="0"/>
              </a:spcBef>
              <a:spcAft>
                <a:spcPts val="0"/>
              </a:spcAft>
              <a:buClr>
                <a:schemeClr val="lt1"/>
              </a:buClr>
              <a:buSzPts val="2100"/>
              <a:buNone/>
              <a:defRPr sz="2100">
                <a:solidFill>
                  <a:schemeClr val="lt1"/>
                </a:solidFill>
              </a:defRPr>
            </a:lvl8pPr>
            <a:lvl9pPr lvl="8">
              <a:lnSpc>
                <a:spcPct val="100000"/>
              </a:lnSpc>
              <a:spcBef>
                <a:spcPts val="0"/>
              </a:spcBef>
              <a:spcAft>
                <a:spcPts val="0"/>
              </a:spcAft>
              <a:buClr>
                <a:schemeClr val="lt1"/>
              </a:buClr>
              <a:buSzPts val="2100"/>
              <a:buNone/>
              <a:defRPr sz="2100">
                <a:solidFill>
                  <a:schemeClr val="lt1"/>
                </a:solidFill>
              </a:defRPr>
            </a:lvl9pPr>
          </a:lstStyle>
          <a:p>
            <a:endParaRPr/>
          </a:p>
        </p:txBody>
      </p:sp>
      <p:sp>
        <p:nvSpPr>
          <p:cNvPr id="18" name="Google Shape;18;p2"/>
          <p:cNvSpPr txBox="1">
            <a:spLocks noGrp="1"/>
          </p:cNvSpPr>
          <p:nvPr>
            <p:ph type="sldNum" idx="12"/>
          </p:nvPr>
        </p:nvSpPr>
        <p:spPr>
          <a:xfrm>
            <a:off x="8460431" y="4651190"/>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bg>
      <p:bgPr>
        <a:solidFill>
          <a:schemeClr val="dk1"/>
        </a:solidFill>
        <a:effectLst/>
      </p:bgPr>
    </p:bg>
    <p:spTree>
      <p:nvGrpSpPr>
        <p:cNvPr id="1" name="Shape 19"/>
        <p:cNvGrpSpPr/>
        <p:nvPr/>
      </p:nvGrpSpPr>
      <p:grpSpPr>
        <a:xfrm>
          <a:off x="0" y="0"/>
          <a:ext cx="0" cy="0"/>
          <a:chOff x="0" y="0"/>
          <a:chExt cx="0" cy="0"/>
        </a:xfrm>
      </p:grpSpPr>
      <p:grpSp>
        <p:nvGrpSpPr>
          <p:cNvPr id="20" name="Google Shape;20;p3"/>
          <p:cNvGrpSpPr/>
          <p:nvPr/>
        </p:nvGrpSpPr>
        <p:grpSpPr>
          <a:xfrm>
            <a:off x="6098378" y="5"/>
            <a:ext cx="3045625" cy="2030570"/>
            <a:chOff x="6098378" y="5"/>
            <a:chExt cx="3045625" cy="2030570"/>
          </a:xfrm>
        </p:grpSpPr>
        <p:sp>
          <p:nvSpPr>
            <p:cNvPr id="21" name="Google Shape;21;p3"/>
            <p:cNvSpPr/>
            <p:nvPr/>
          </p:nvSpPr>
          <p:spPr>
            <a:xfrm>
              <a:off x="8128803" y="16"/>
              <a:ext cx="1015200" cy="10152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 name="Google Shape;22;p3"/>
            <p:cNvSpPr/>
            <p:nvPr/>
          </p:nvSpPr>
          <p:spPr>
            <a:xfrm flipH="1">
              <a:off x="7113463" y="5"/>
              <a:ext cx="1015200" cy="1015200"/>
            </a:xfrm>
            <a:prstGeom prst="rtTriangl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 name="Google Shape;23;p3"/>
            <p:cNvSpPr/>
            <p:nvPr/>
          </p:nvSpPr>
          <p:spPr>
            <a:xfrm rot="10800000" flipH="1">
              <a:off x="7113588" y="107"/>
              <a:ext cx="1015200" cy="1015200"/>
            </a:xfrm>
            <a:prstGeom prst="rtTriangle">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 name="Google Shape;24;p3"/>
            <p:cNvSpPr/>
            <p:nvPr/>
          </p:nvSpPr>
          <p:spPr>
            <a:xfrm rot="10800000">
              <a:off x="6098378" y="97"/>
              <a:ext cx="1015200" cy="1015200"/>
            </a:xfrm>
            <a:prstGeom prst="rtTriangle">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 name="Google Shape;25;p3"/>
            <p:cNvSpPr/>
            <p:nvPr/>
          </p:nvSpPr>
          <p:spPr>
            <a:xfrm rot="10800000">
              <a:off x="8128789" y="1015375"/>
              <a:ext cx="1015200" cy="1015200"/>
            </a:xfrm>
            <a:prstGeom prst="rtTriangle">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6" name="Google Shape;26;p3"/>
          <p:cNvSpPr txBox="1">
            <a:spLocks noGrp="1"/>
          </p:cNvSpPr>
          <p:nvPr>
            <p:ph type="title"/>
          </p:nvPr>
        </p:nvSpPr>
        <p:spPr>
          <a:xfrm>
            <a:off x="598100" y="2152347"/>
            <a:ext cx="8222100" cy="838800"/>
          </a:xfrm>
          <a:prstGeom prst="rect">
            <a:avLst/>
          </a:prstGeom>
        </p:spPr>
        <p:txBody>
          <a:bodyPr spcFirstLastPara="1" wrap="square" lIns="91425" tIns="91425" rIns="91425" bIns="91425" anchor="ctr" anchorCtr="0">
            <a:noAutofit/>
          </a:bodyPr>
          <a:lstStyle>
            <a:lvl1pPr lvl="0">
              <a:spcBef>
                <a:spcPts val="0"/>
              </a:spcBef>
              <a:spcAft>
                <a:spcPts val="0"/>
              </a:spcAft>
              <a:buClr>
                <a:schemeClr val="lt1"/>
              </a:buClr>
              <a:buSzPts val="4200"/>
              <a:buNone/>
              <a:defRPr sz="4200">
                <a:solidFill>
                  <a:schemeClr val="lt1"/>
                </a:solidFill>
              </a:defRPr>
            </a:lvl1pPr>
            <a:lvl2pPr lvl="1">
              <a:spcBef>
                <a:spcPts val="0"/>
              </a:spcBef>
              <a:spcAft>
                <a:spcPts val="0"/>
              </a:spcAft>
              <a:buClr>
                <a:schemeClr val="lt1"/>
              </a:buClr>
              <a:buSzPts val="4200"/>
              <a:buNone/>
              <a:defRPr sz="4200">
                <a:solidFill>
                  <a:schemeClr val="lt1"/>
                </a:solidFill>
              </a:defRPr>
            </a:lvl2pPr>
            <a:lvl3pPr lvl="2">
              <a:spcBef>
                <a:spcPts val="0"/>
              </a:spcBef>
              <a:spcAft>
                <a:spcPts val="0"/>
              </a:spcAft>
              <a:buClr>
                <a:schemeClr val="lt1"/>
              </a:buClr>
              <a:buSzPts val="4200"/>
              <a:buNone/>
              <a:defRPr sz="4200">
                <a:solidFill>
                  <a:schemeClr val="lt1"/>
                </a:solidFill>
              </a:defRPr>
            </a:lvl3pPr>
            <a:lvl4pPr lvl="3">
              <a:spcBef>
                <a:spcPts val="0"/>
              </a:spcBef>
              <a:spcAft>
                <a:spcPts val="0"/>
              </a:spcAft>
              <a:buClr>
                <a:schemeClr val="lt1"/>
              </a:buClr>
              <a:buSzPts val="4200"/>
              <a:buNone/>
              <a:defRPr sz="4200">
                <a:solidFill>
                  <a:schemeClr val="lt1"/>
                </a:solidFill>
              </a:defRPr>
            </a:lvl4pPr>
            <a:lvl5pPr lvl="4">
              <a:spcBef>
                <a:spcPts val="0"/>
              </a:spcBef>
              <a:spcAft>
                <a:spcPts val="0"/>
              </a:spcAft>
              <a:buClr>
                <a:schemeClr val="lt1"/>
              </a:buClr>
              <a:buSzPts val="4200"/>
              <a:buNone/>
              <a:defRPr sz="4200">
                <a:solidFill>
                  <a:schemeClr val="lt1"/>
                </a:solidFill>
              </a:defRPr>
            </a:lvl5pPr>
            <a:lvl6pPr lvl="5">
              <a:spcBef>
                <a:spcPts val="0"/>
              </a:spcBef>
              <a:spcAft>
                <a:spcPts val="0"/>
              </a:spcAft>
              <a:buClr>
                <a:schemeClr val="lt1"/>
              </a:buClr>
              <a:buSzPts val="4200"/>
              <a:buNone/>
              <a:defRPr sz="4200">
                <a:solidFill>
                  <a:schemeClr val="lt1"/>
                </a:solidFill>
              </a:defRPr>
            </a:lvl6pPr>
            <a:lvl7pPr lvl="6">
              <a:spcBef>
                <a:spcPts val="0"/>
              </a:spcBef>
              <a:spcAft>
                <a:spcPts val="0"/>
              </a:spcAft>
              <a:buClr>
                <a:schemeClr val="lt1"/>
              </a:buClr>
              <a:buSzPts val="4200"/>
              <a:buNone/>
              <a:defRPr sz="4200">
                <a:solidFill>
                  <a:schemeClr val="lt1"/>
                </a:solidFill>
              </a:defRPr>
            </a:lvl7pPr>
            <a:lvl8pPr lvl="7">
              <a:spcBef>
                <a:spcPts val="0"/>
              </a:spcBef>
              <a:spcAft>
                <a:spcPts val="0"/>
              </a:spcAft>
              <a:buClr>
                <a:schemeClr val="lt1"/>
              </a:buClr>
              <a:buSzPts val="4200"/>
              <a:buNone/>
              <a:defRPr sz="4200">
                <a:solidFill>
                  <a:schemeClr val="lt1"/>
                </a:solidFill>
              </a:defRPr>
            </a:lvl8pPr>
            <a:lvl9pPr lvl="8">
              <a:spcBef>
                <a:spcPts val="0"/>
              </a:spcBef>
              <a:spcAft>
                <a:spcPts val="0"/>
              </a:spcAft>
              <a:buClr>
                <a:schemeClr val="lt1"/>
              </a:buClr>
              <a:buSzPts val="4200"/>
              <a:buNone/>
              <a:defRPr sz="4200">
                <a:solidFill>
                  <a:schemeClr val="lt1"/>
                </a:solidFill>
              </a:defRPr>
            </a:lvl9pPr>
          </a:lstStyle>
          <a:p>
            <a:endParaRPr/>
          </a:p>
        </p:txBody>
      </p:sp>
      <p:sp>
        <p:nvSpPr>
          <p:cNvPr id="27" name="Google Shape;27;p3"/>
          <p:cNvSpPr txBox="1">
            <a:spLocks noGrp="1"/>
          </p:cNvSpPr>
          <p:nvPr>
            <p:ph type="sldNum" idx="12"/>
          </p:nvPr>
        </p:nvSpPr>
        <p:spPr>
          <a:xfrm>
            <a:off x="8460431" y="4651190"/>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28"/>
        <p:cNvGrpSpPr/>
        <p:nvPr/>
      </p:nvGrpSpPr>
      <p:grpSpPr>
        <a:xfrm>
          <a:off x="0" y="0"/>
          <a:ext cx="0" cy="0"/>
          <a:chOff x="0" y="0"/>
          <a:chExt cx="0" cy="0"/>
        </a:xfrm>
      </p:grpSpPr>
      <p:grpSp>
        <p:nvGrpSpPr>
          <p:cNvPr id="29" name="Google Shape;29;p4"/>
          <p:cNvGrpSpPr/>
          <p:nvPr/>
        </p:nvGrpSpPr>
        <p:grpSpPr>
          <a:xfrm>
            <a:off x="0" y="3903669"/>
            <a:ext cx="9144000" cy="1239925"/>
            <a:chOff x="0" y="3903669"/>
            <a:chExt cx="9144000" cy="1239925"/>
          </a:xfrm>
        </p:grpSpPr>
        <p:sp>
          <p:nvSpPr>
            <p:cNvPr id="30" name="Google Shape;30;p4"/>
            <p:cNvSpPr/>
            <p:nvPr/>
          </p:nvSpPr>
          <p:spPr>
            <a:xfrm>
              <a:off x="8154895" y="3903669"/>
              <a:ext cx="989100" cy="987900"/>
            </a:xfrm>
            <a:prstGeom prst="rtTriangle">
              <a:avLst/>
            </a:pr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 name="Google Shape;31;p4"/>
            <p:cNvSpPr/>
            <p:nvPr/>
          </p:nvSpPr>
          <p:spPr>
            <a:xfrm flipH="1">
              <a:off x="6181163" y="3903669"/>
              <a:ext cx="989100" cy="987900"/>
            </a:xfrm>
            <a:prstGeom prst="rtTriangle">
              <a:avLst/>
            </a:pr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 name="Google Shape;32;p4"/>
            <p:cNvSpPr/>
            <p:nvPr/>
          </p:nvSpPr>
          <p:spPr>
            <a:xfrm>
              <a:off x="7170274" y="3903669"/>
              <a:ext cx="989100" cy="987900"/>
            </a:xfrm>
            <a:prstGeom prst="rect">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 name="Google Shape;33;p4"/>
            <p:cNvSpPr/>
            <p:nvPr/>
          </p:nvSpPr>
          <p:spPr>
            <a:xfrm rot="10800000">
              <a:off x="8154757" y="3903682"/>
              <a:ext cx="989100" cy="987900"/>
            </a:xfrm>
            <a:prstGeom prst="rtTriangle">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 name="Google Shape;34;p4"/>
            <p:cNvSpPr/>
            <p:nvPr/>
          </p:nvSpPr>
          <p:spPr>
            <a:xfrm>
              <a:off x="0" y="4891594"/>
              <a:ext cx="9144000" cy="2520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5" name="Google Shape;35;p4"/>
          <p:cNvSpPr txBox="1">
            <a:spLocks noGrp="1"/>
          </p:cNvSpPr>
          <p:nvPr>
            <p:ph type="title"/>
          </p:nvPr>
        </p:nvSpPr>
        <p:spPr>
          <a:xfrm>
            <a:off x="311700" y="410000"/>
            <a:ext cx="8520600" cy="607800"/>
          </a:xfrm>
          <a:prstGeom prst="rect">
            <a:avLst/>
          </a:prstGeom>
        </p:spPr>
        <p:txBody>
          <a:bodyPr spcFirstLastPara="1" wrap="square" lIns="91425" tIns="91425" rIns="91425" bIns="91425" anchor="t" anchorCtr="0">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a:endParaRPr/>
          </a:p>
        </p:txBody>
      </p:sp>
      <p:sp>
        <p:nvSpPr>
          <p:cNvPr id="36" name="Google Shape;36;p4"/>
          <p:cNvSpPr txBox="1">
            <a:spLocks noGrp="1"/>
          </p:cNvSpPr>
          <p:nvPr>
            <p:ph type="body" idx="1"/>
          </p:nvPr>
        </p:nvSpPr>
        <p:spPr>
          <a:xfrm>
            <a:off x="311700" y="1229875"/>
            <a:ext cx="8520600" cy="3339000"/>
          </a:xfrm>
          <a:prstGeom prst="rect">
            <a:avLst/>
          </a:prstGeom>
        </p:spPr>
        <p:txBody>
          <a:bodyPr spcFirstLastPara="1" wrap="square" lIns="91425" tIns="91425" rIns="91425" bIns="91425" anchor="t" anchorCtr="0">
            <a:noAutofit/>
          </a:bodyPr>
          <a:lstStyle>
            <a:lvl1pPr marL="457200" lvl="0" indent="-342900">
              <a:spcBef>
                <a:spcPts val="0"/>
              </a:spcBef>
              <a:spcAft>
                <a:spcPts val="0"/>
              </a:spcAft>
              <a:buSzPts val="1800"/>
              <a:buChar char="●"/>
              <a:defRPr/>
            </a:lvl1pPr>
            <a:lvl2pPr marL="914400" lvl="1" indent="-317500">
              <a:spcBef>
                <a:spcPts val="1600"/>
              </a:spcBef>
              <a:spcAft>
                <a:spcPts val="0"/>
              </a:spcAft>
              <a:buSzPts val="1400"/>
              <a:buChar char="○"/>
              <a:defRPr/>
            </a:lvl2pPr>
            <a:lvl3pPr marL="1371600" lvl="2" indent="-317500">
              <a:spcBef>
                <a:spcPts val="1600"/>
              </a:spcBef>
              <a:spcAft>
                <a:spcPts val="0"/>
              </a:spcAft>
              <a:buSzPts val="1400"/>
              <a:buChar char="■"/>
              <a:defRPr/>
            </a:lvl3pPr>
            <a:lvl4pPr marL="1828800" lvl="3" indent="-317500">
              <a:spcBef>
                <a:spcPts val="1600"/>
              </a:spcBef>
              <a:spcAft>
                <a:spcPts val="0"/>
              </a:spcAft>
              <a:buSzPts val="1400"/>
              <a:buChar char="●"/>
              <a:defRPr/>
            </a:lvl4pPr>
            <a:lvl5pPr marL="2286000" lvl="4" indent="-317500">
              <a:spcBef>
                <a:spcPts val="1600"/>
              </a:spcBef>
              <a:spcAft>
                <a:spcPts val="0"/>
              </a:spcAft>
              <a:buSzPts val="1400"/>
              <a:buChar char="○"/>
              <a:defRPr/>
            </a:lvl5pPr>
            <a:lvl6pPr marL="2743200" lvl="5" indent="-317500">
              <a:spcBef>
                <a:spcPts val="1600"/>
              </a:spcBef>
              <a:spcAft>
                <a:spcPts val="0"/>
              </a:spcAft>
              <a:buSzPts val="1400"/>
              <a:buChar char="■"/>
              <a:defRPr/>
            </a:lvl6pPr>
            <a:lvl7pPr marL="3200400" lvl="6" indent="-317500">
              <a:spcBef>
                <a:spcPts val="1600"/>
              </a:spcBef>
              <a:spcAft>
                <a:spcPts val="0"/>
              </a:spcAft>
              <a:buSzPts val="1400"/>
              <a:buChar char="●"/>
              <a:defRPr/>
            </a:lvl7pPr>
            <a:lvl8pPr marL="3657600" lvl="7" indent="-317500">
              <a:spcBef>
                <a:spcPts val="1600"/>
              </a:spcBef>
              <a:spcAft>
                <a:spcPts val="0"/>
              </a:spcAft>
              <a:buSzPts val="1400"/>
              <a:buChar char="○"/>
              <a:defRPr/>
            </a:lvl8pPr>
            <a:lvl9pPr marL="4114800" lvl="8" indent="-317500">
              <a:spcBef>
                <a:spcPts val="1600"/>
              </a:spcBef>
              <a:spcAft>
                <a:spcPts val="1600"/>
              </a:spcAft>
              <a:buSzPts val="1400"/>
              <a:buChar char="■"/>
              <a:defRPr/>
            </a:lvl9pPr>
          </a:lstStyle>
          <a:p>
            <a:endParaRPr/>
          </a:p>
        </p:txBody>
      </p:sp>
      <p:sp>
        <p:nvSpPr>
          <p:cNvPr id="37" name="Google Shape;37;p4"/>
          <p:cNvSpPr txBox="1">
            <a:spLocks noGrp="1"/>
          </p:cNvSpPr>
          <p:nvPr>
            <p:ph type="sldNum" idx="12"/>
          </p:nvPr>
        </p:nvSpPr>
        <p:spPr>
          <a:xfrm>
            <a:off x="8460431" y="4651190"/>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38"/>
        <p:cNvGrpSpPr/>
        <p:nvPr/>
      </p:nvGrpSpPr>
      <p:grpSpPr>
        <a:xfrm>
          <a:off x="0" y="0"/>
          <a:ext cx="0" cy="0"/>
          <a:chOff x="0" y="0"/>
          <a:chExt cx="0" cy="0"/>
        </a:xfrm>
      </p:grpSpPr>
      <p:sp>
        <p:nvSpPr>
          <p:cNvPr id="39" name="Google Shape;39;p5"/>
          <p:cNvSpPr txBox="1">
            <a:spLocks noGrp="1"/>
          </p:cNvSpPr>
          <p:nvPr>
            <p:ph type="title"/>
          </p:nvPr>
        </p:nvSpPr>
        <p:spPr>
          <a:xfrm>
            <a:off x="311700" y="410000"/>
            <a:ext cx="8520600" cy="607800"/>
          </a:xfrm>
          <a:prstGeom prst="rect">
            <a:avLst/>
          </a:prstGeom>
        </p:spPr>
        <p:txBody>
          <a:bodyPr spcFirstLastPara="1" wrap="square" lIns="91425" tIns="91425" rIns="91425" bIns="91425" anchor="t" anchorCtr="0">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a:endParaRPr/>
          </a:p>
        </p:txBody>
      </p:sp>
      <p:sp>
        <p:nvSpPr>
          <p:cNvPr id="40" name="Google Shape;40;p5"/>
          <p:cNvSpPr txBox="1">
            <a:spLocks noGrp="1"/>
          </p:cNvSpPr>
          <p:nvPr>
            <p:ph type="body" idx="1"/>
          </p:nvPr>
        </p:nvSpPr>
        <p:spPr>
          <a:xfrm>
            <a:off x="311700" y="1229975"/>
            <a:ext cx="3999900" cy="3339000"/>
          </a:xfrm>
          <a:prstGeom prst="rect">
            <a:avLst/>
          </a:prstGeom>
        </p:spPr>
        <p:txBody>
          <a:bodyPr spcFirstLastPara="1" wrap="square" lIns="91425" tIns="91425" rIns="91425" bIns="91425" anchor="t" anchorCtr="0">
            <a:noAutofit/>
          </a:bodyPr>
          <a:lstStyle>
            <a:lvl1pPr marL="457200" lvl="0" indent="-317500">
              <a:spcBef>
                <a:spcPts val="0"/>
              </a:spcBef>
              <a:spcAft>
                <a:spcPts val="0"/>
              </a:spcAft>
              <a:buSzPts val="1400"/>
              <a:buChar char="●"/>
              <a:defRPr sz="1400"/>
            </a:lvl1pPr>
            <a:lvl2pPr marL="914400" lvl="1" indent="-304800">
              <a:spcBef>
                <a:spcPts val="1600"/>
              </a:spcBef>
              <a:spcAft>
                <a:spcPts val="0"/>
              </a:spcAft>
              <a:buSzPts val="1200"/>
              <a:buChar char="○"/>
              <a:defRPr sz="1200"/>
            </a:lvl2pPr>
            <a:lvl3pPr marL="1371600" lvl="2" indent="-304800">
              <a:spcBef>
                <a:spcPts val="1600"/>
              </a:spcBef>
              <a:spcAft>
                <a:spcPts val="0"/>
              </a:spcAft>
              <a:buSzPts val="1200"/>
              <a:buChar char="■"/>
              <a:defRPr sz="1200"/>
            </a:lvl3pPr>
            <a:lvl4pPr marL="1828800" lvl="3" indent="-304800">
              <a:spcBef>
                <a:spcPts val="1600"/>
              </a:spcBef>
              <a:spcAft>
                <a:spcPts val="0"/>
              </a:spcAft>
              <a:buSzPts val="1200"/>
              <a:buChar char="●"/>
              <a:defRPr sz="1200"/>
            </a:lvl4pPr>
            <a:lvl5pPr marL="2286000" lvl="4" indent="-304800">
              <a:spcBef>
                <a:spcPts val="1600"/>
              </a:spcBef>
              <a:spcAft>
                <a:spcPts val="0"/>
              </a:spcAft>
              <a:buSzPts val="1200"/>
              <a:buChar char="○"/>
              <a:defRPr sz="1200"/>
            </a:lvl5pPr>
            <a:lvl6pPr marL="2743200" lvl="5" indent="-304800">
              <a:spcBef>
                <a:spcPts val="1600"/>
              </a:spcBef>
              <a:spcAft>
                <a:spcPts val="0"/>
              </a:spcAft>
              <a:buSzPts val="1200"/>
              <a:buChar char="■"/>
              <a:defRPr sz="1200"/>
            </a:lvl6pPr>
            <a:lvl7pPr marL="3200400" lvl="6" indent="-304800">
              <a:spcBef>
                <a:spcPts val="1600"/>
              </a:spcBef>
              <a:spcAft>
                <a:spcPts val="0"/>
              </a:spcAft>
              <a:buSzPts val="1200"/>
              <a:buChar char="●"/>
              <a:defRPr sz="1200"/>
            </a:lvl7pPr>
            <a:lvl8pPr marL="3657600" lvl="7" indent="-304800">
              <a:spcBef>
                <a:spcPts val="1600"/>
              </a:spcBef>
              <a:spcAft>
                <a:spcPts val="0"/>
              </a:spcAft>
              <a:buSzPts val="1200"/>
              <a:buChar char="○"/>
              <a:defRPr sz="1200"/>
            </a:lvl8pPr>
            <a:lvl9pPr marL="4114800" lvl="8" indent="-304800">
              <a:spcBef>
                <a:spcPts val="1600"/>
              </a:spcBef>
              <a:spcAft>
                <a:spcPts val="1600"/>
              </a:spcAft>
              <a:buSzPts val="1200"/>
              <a:buChar char="■"/>
              <a:defRPr sz="1200"/>
            </a:lvl9pPr>
          </a:lstStyle>
          <a:p>
            <a:endParaRPr/>
          </a:p>
        </p:txBody>
      </p:sp>
      <p:sp>
        <p:nvSpPr>
          <p:cNvPr id="41" name="Google Shape;41;p5"/>
          <p:cNvSpPr txBox="1">
            <a:spLocks noGrp="1"/>
          </p:cNvSpPr>
          <p:nvPr>
            <p:ph type="body" idx="2"/>
          </p:nvPr>
        </p:nvSpPr>
        <p:spPr>
          <a:xfrm>
            <a:off x="4832400" y="1229975"/>
            <a:ext cx="3999900" cy="3339000"/>
          </a:xfrm>
          <a:prstGeom prst="rect">
            <a:avLst/>
          </a:prstGeom>
        </p:spPr>
        <p:txBody>
          <a:bodyPr spcFirstLastPara="1" wrap="square" lIns="91425" tIns="91425" rIns="91425" bIns="91425" anchor="t" anchorCtr="0">
            <a:noAutofit/>
          </a:bodyPr>
          <a:lstStyle>
            <a:lvl1pPr marL="457200" lvl="0" indent="-317500">
              <a:spcBef>
                <a:spcPts val="0"/>
              </a:spcBef>
              <a:spcAft>
                <a:spcPts val="0"/>
              </a:spcAft>
              <a:buSzPts val="1400"/>
              <a:buChar char="●"/>
              <a:defRPr sz="1400"/>
            </a:lvl1pPr>
            <a:lvl2pPr marL="914400" lvl="1" indent="-304800">
              <a:spcBef>
                <a:spcPts val="1600"/>
              </a:spcBef>
              <a:spcAft>
                <a:spcPts val="0"/>
              </a:spcAft>
              <a:buSzPts val="1200"/>
              <a:buChar char="○"/>
              <a:defRPr sz="1200"/>
            </a:lvl2pPr>
            <a:lvl3pPr marL="1371600" lvl="2" indent="-304800">
              <a:spcBef>
                <a:spcPts val="1600"/>
              </a:spcBef>
              <a:spcAft>
                <a:spcPts val="0"/>
              </a:spcAft>
              <a:buSzPts val="1200"/>
              <a:buChar char="■"/>
              <a:defRPr sz="1200"/>
            </a:lvl3pPr>
            <a:lvl4pPr marL="1828800" lvl="3" indent="-304800">
              <a:spcBef>
                <a:spcPts val="1600"/>
              </a:spcBef>
              <a:spcAft>
                <a:spcPts val="0"/>
              </a:spcAft>
              <a:buSzPts val="1200"/>
              <a:buChar char="●"/>
              <a:defRPr sz="1200"/>
            </a:lvl4pPr>
            <a:lvl5pPr marL="2286000" lvl="4" indent="-304800">
              <a:spcBef>
                <a:spcPts val="1600"/>
              </a:spcBef>
              <a:spcAft>
                <a:spcPts val="0"/>
              </a:spcAft>
              <a:buSzPts val="1200"/>
              <a:buChar char="○"/>
              <a:defRPr sz="1200"/>
            </a:lvl5pPr>
            <a:lvl6pPr marL="2743200" lvl="5" indent="-304800">
              <a:spcBef>
                <a:spcPts val="1600"/>
              </a:spcBef>
              <a:spcAft>
                <a:spcPts val="0"/>
              </a:spcAft>
              <a:buSzPts val="1200"/>
              <a:buChar char="■"/>
              <a:defRPr sz="1200"/>
            </a:lvl6pPr>
            <a:lvl7pPr marL="3200400" lvl="6" indent="-304800">
              <a:spcBef>
                <a:spcPts val="1600"/>
              </a:spcBef>
              <a:spcAft>
                <a:spcPts val="0"/>
              </a:spcAft>
              <a:buSzPts val="1200"/>
              <a:buChar char="●"/>
              <a:defRPr sz="1200"/>
            </a:lvl7pPr>
            <a:lvl8pPr marL="3657600" lvl="7" indent="-304800">
              <a:spcBef>
                <a:spcPts val="1600"/>
              </a:spcBef>
              <a:spcAft>
                <a:spcPts val="0"/>
              </a:spcAft>
              <a:buSzPts val="1200"/>
              <a:buChar char="○"/>
              <a:defRPr sz="1200"/>
            </a:lvl8pPr>
            <a:lvl9pPr marL="4114800" lvl="8" indent="-304800">
              <a:spcBef>
                <a:spcPts val="1600"/>
              </a:spcBef>
              <a:spcAft>
                <a:spcPts val="1600"/>
              </a:spcAft>
              <a:buSzPts val="1200"/>
              <a:buChar char="■"/>
              <a:defRPr sz="1200"/>
            </a:lvl9pPr>
          </a:lstStyle>
          <a:p>
            <a:endParaRPr/>
          </a:p>
        </p:txBody>
      </p:sp>
      <p:sp>
        <p:nvSpPr>
          <p:cNvPr id="42" name="Google Shape;42;p5"/>
          <p:cNvSpPr txBox="1">
            <a:spLocks noGrp="1"/>
          </p:cNvSpPr>
          <p:nvPr>
            <p:ph type="sldNum" idx="12"/>
          </p:nvPr>
        </p:nvSpPr>
        <p:spPr>
          <a:xfrm>
            <a:off x="8460431" y="4651190"/>
            <a:ext cx="548700" cy="393600"/>
          </a:xfrm>
          <a:prstGeom prst="rect">
            <a:avLst/>
          </a:prstGeom>
        </p:spPr>
        <p:txBody>
          <a:bodyPr spcFirstLastPara="1" wrap="square" lIns="91425" tIns="91425" rIns="91425" bIns="91425" anchor="ctr" anchorCtr="0">
            <a:noAutofit/>
          </a:bodyPr>
          <a:lstStyle>
            <a:lvl1pPr lvl="0">
              <a:buNone/>
              <a:defRPr>
                <a:solidFill>
                  <a:schemeClr val="dk2"/>
                </a:solidFill>
              </a:defRPr>
            </a:lvl1pPr>
            <a:lvl2pPr lvl="1">
              <a:buNone/>
              <a:defRPr>
                <a:solidFill>
                  <a:schemeClr val="dk2"/>
                </a:solidFill>
              </a:defRPr>
            </a:lvl2pPr>
            <a:lvl3pPr lvl="2">
              <a:buNone/>
              <a:defRPr>
                <a:solidFill>
                  <a:schemeClr val="dk2"/>
                </a:solidFill>
              </a:defRPr>
            </a:lvl3pPr>
            <a:lvl4pPr lvl="3">
              <a:buNone/>
              <a:defRPr>
                <a:solidFill>
                  <a:schemeClr val="dk2"/>
                </a:solidFill>
              </a:defRPr>
            </a:lvl4pPr>
            <a:lvl5pPr lvl="4">
              <a:buNone/>
              <a:defRPr>
                <a:solidFill>
                  <a:schemeClr val="dk2"/>
                </a:solidFill>
              </a:defRPr>
            </a:lvl5pPr>
            <a:lvl6pPr lvl="5">
              <a:buNone/>
              <a:defRPr>
                <a:solidFill>
                  <a:schemeClr val="dk2"/>
                </a:solidFill>
              </a:defRPr>
            </a:lvl6pPr>
            <a:lvl7pPr lvl="6">
              <a:buNone/>
              <a:defRPr>
                <a:solidFill>
                  <a:schemeClr val="dk2"/>
                </a:solidFill>
              </a:defRPr>
            </a:lvl7pPr>
            <a:lvl8pPr lvl="7">
              <a:buNone/>
              <a:defRPr>
                <a:solidFill>
                  <a:schemeClr val="dk2"/>
                </a:solidFill>
              </a:defRPr>
            </a:lvl8pPr>
            <a:lvl9pPr lvl="8">
              <a:buNone/>
              <a:defRPr>
                <a:solidFill>
                  <a:schemeClr val="dk2"/>
                </a:solidFil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3"/>
        <p:cNvGrpSpPr/>
        <p:nvPr/>
      </p:nvGrpSpPr>
      <p:grpSpPr>
        <a:xfrm>
          <a:off x="0" y="0"/>
          <a:ext cx="0" cy="0"/>
          <a:chOff x="0" y="0"/>
          <a:chExt cx="0" cy="0"/>
        </a:xfrm>
      </p:grpSpPr>
      <p:sp>
        <p:nvSpPr>
          <p:cNvPr id="44" name="Google Shape;44;p6"/>
          <p:cNvSpPr txBox="1">
            <a:spLocks noGrp="1"/>
          </p:cNvSpPr>
          <p:nvPr>
            <p:ph type="title"/>
          </p:nvPr>
        </p:nvSpPr>
        <p:spPr>
          <a:xfrm>
            <a:off x="311700" y="410000"/>
            <a:ext cx="8520600" cy="607800"/>
          </a:xfrm>
          <a:prstGeom prst="rect">
            <a:avLst/>
          </a:prstGeom>
        </p:spPr>
        <p:txBody>
          <a:bodyPr spcFirstLastPara="1" wrap="square" lIns="91425" tIns="91425" rIns="91425" bIns="91425" anchor="t" anchorCtr="0">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a:endParaRPr/>
          </a:p>
        </p:txBody>
      </p:sp>
      <p:sp>
        <p:nvSpPr>
          <p:cNvPr id="45" name="Google Shape;45;p6"/>
          <p:cNvSpPr txBox="1">
            <a:spLocks noGrp="1"/>
          </p:cNvSpPr>
          <p:nvPr>
            <p:ph type="sldNum" idx="12"/>
          </p:nvPr>
        </p:nvSpPr>
        <p:spPr>
          <a:xfrm>
            <a:off x="8460431" y="4651190"/>
            <a:ext cx="548700" cy="393600"/>
          </a:xfrm>
          <a:prstGeom prst="rect">
            <a:avLst/>
          </a:prstGeom>
        </p:spPr>
        <p:txBody>
          <a:bodyPr spcFirstLastPara="1" wrap="square" lIns="91425" tIns="91425" rIns="91425" bIns="91425" anchor="ctr" anchorCtr="0">
            <a:noAutofit/>
          </a:bodyPr>
          <a:lstStyle>
            <a:lvl1pPr lvl="0">
              <a:buNone/>
              <a:defRPr>
                <a:solidFill>
                  <a:schemeClr val="dk2"/>
                </a:solidFill>
              </a:defRPr>
            </a:lvl1pPr>
            <a:lvl2pPr lvl="1">
              <a:buNone/>
              <a:defRPr>
                <a:solidFill>
                  <a:schemeClr val="dk2"/>
                </a:solidFill>
              </a:defRPr>
            </a:lvl2pPr>
            <a:lvl3pPr lvl="2">
              <a:buNone/>
              <a:defRPr>
                <a:solidFill>
                  <a:schemeClr val="dk2"/>
                </a:solidFill>
              </a:defRPr>
            </a:lvl3pPr>
            <a:lvl4pPr lvl="3">
              <a:buNone/>
              <a:defRPr>
                <a:solidFill>
                  <a:schemeClr val="dk2"/>
                </a:solidFill>
              </a:defRPr>
            </a:lvl4pPr>
            <a:lvl5pPr lvl="4">
              <a:buNone/>
              <a:defRPr>
                <a:solidFill>
                  <a:schemeClr val="dk2"/>
                </a:solidFill>
              </a:defRPr>
            </a:lvl5pPr>
            <a:lvl6pPr lvl="5">
              <a:buNone/>
              <a:defRPr>
                <a:solidFill>
                  <a:schemeClr val="dk2"/>
                </a:solidFill>
              </a:defRPr>
            </a:lvl6pPr>
            <a:lvl7pPr lvl="6">
              <a:buNone/>
              <a:defRPr>
                <a:solidFill>
                  <a:schemeClr val="dk2"/>
                </a:solidFill>
              </a:defRPr>
            </a:lvl7pPr>
            <a:lvl8pPr lvl="7">
              <a:buNone/>
              <a:defRPr>
                <a:solidFill>
                  <a:schemeClr val="dk2"/>
                </a:solidFill>
              </a:defRPr>
            </a:lvl8pPr>
            <a:lvl9pPr lvl="8">
              <a:buNone/>
              <a:defRPr>
                <a:solidFill>
                  <a:schemeClr val="dk2"/>
                </a:solidFil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46"/>
        <p:cNvGrpSpPr/>
        <p:nvPr/>
      </p:nvGrpSpPr>
      <p:grpSpPr>
        <a:xfrm>
          <a:off x="0" y="0"/>
          <a:ext cx="0" cy="0"/>
          <a:chOff x="0" y="0"/>
          <a:chExt cx="0" cy="0"/>
        </a:xfrm>
      </p:grpSpPr>
      <p:sp>
        <p:nvSpPr>
          <p:cNvPr id="47" name="Google Shape;47;p7"/>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48" name="Google Shape;48;p7"/>
          <p:cNvSpPr txBox="1">
            <a:spLocks noGrp="1"/>
          </p:cNvSpPr>
          <p:nvPr>
            <p:ph type="body" idx="1"/>
          </p:nvPr>
        </p:nvSpPr>
        <p:spPr>
          <a:xfrm>
            <a:off x="311700" y="1465804"/>
            <a:ext cx="2808000" cy="3103200"/>
          </a:xfrm>
          <a:prstGeom prst="rect">
            <a:avLst/>
          </a:prstGeom>
        </p:spPr>
        <p:txBody>
          <a:bodyPr spcFirstLastPara="1" wrap="square" lIns="91425" tIns="91425" rIns="91425" bIns="91425" anchor="t" anchorCtr="0">
            <a:noAutofit/>
          </a:bodyPr>
          <a:lstStyle>
            <a:lvl1pPr marL="457200" lvl="0" indent="-304800">
              <a:spcBef>
                <a:spcPts val="0"/>
              </a:spcBef>
              <a:spcAft>
                <a:spcPts val="0"/>
              </a:spcAft>
              <a:buSzPts val="1200"/>
              <a:buChar char="●"/>
              <a:defRPr sz="1200"/>
            </a:lvl1pPr>
            <a:lvl2pPr marL="914400" lvl="1" indent="-304800">
              <a:spcBef>
                <a:spcPts val="1600"/>
              </a:spcBef>
              <a:spcAft>
                <a:spcPts val="0"/>
              </a:spcAft>
              <a:buSzPts val="1200"/>
              <a:buChar char="○"/>
              <a:defRPr sz="1200"/>
            </a:lvl2pPr>
            <a:lvl3pPr marL="1371600" lvl="2" indent="-304800">
              <a:spcBef>
                <a:spcPts val="1600"/>
              </a:spcBef>
              <a:spcAft>
                <a:spcPts val="0"/>
              </a:spcAft>
              <a:buSzPts val="1200"/>
              <a:buChar char="■"/>
              <a:defRPr sz="1200"/>
            </a:lvl3pPr>
            <a:lvl4pPr marL="1828800" lvl="3" indent="-304800">
              <a:spcBef>
                <a:spcPts val="1600"/>
              </a:spcBef>
              <a:spcAft>
                <a:spcPts val="0"/>
              </a:spcAft>
              <a:buSzPts val="1200"/>
              <a:buChar char="●"/>
              <a:defRPr sz="1200"/>
            </a:lvl4pPr>
            <a:lvl5pPr marL="2286000" lvl="4" indent="-304800">
              <a:spcBef>
                <a:spcPts val="1600"/>
              </a:spcBef>
              <a:spcAft>
                <a:spcPts val="0"/>
              </a:spcAft>
              <a:buSzPts val="1200"/>
              <a:buChar char="○"/>
              <a:defRPr sz="1200"/>
            </a:lvl5pPr>
            <a:lvl6pPr marL="2743200" lvl="5" indent="-304800">
              <a:spcBef>
                <a:spcPts val="1600"/>
              </a:spcBef>
              <a:spcAft>
                <a:spcPts val="0"/>
              </a:spcAft>
              <a:buSzPts val="1200"/>
              <a:buChar char="■"/>
              <a:defRPr sz="1200"/>
            </a:lvl6pPr>
            <a:lvl7pPr marL="3200400" lvl="6" indent="-304800">
              <a:spcBef>
                <a:spcPts val="1600"/>
              </a:spcBef>
              <a:spcAft>
                <a:spcPts val="0"/>
              </a:spcAft>
              <a:buSzPts val="1200"/>
              <a:buChar char="●"/>
              <a:defRPr sz="1200"/>
            </a:lvl7pPr>
            <a:lvl8pPr marL="3657600" lvl="7" indent="-304800">
              <a:spcBef>
                <a:spcPts val="1600"/>
              </a:spcBef>
              <a:spcAft>
                <a:spcPts val="0"/>
              </a:spcAft>
              <a:buSzPts val="1200"/>
              <a:buChar char="○"/>
              <a:defRPr sz="1200"/>
            </a:lvl8pPr>
            <a:lvl9pPr marL="4114800" lvl="8" indent="-304800">
              <a:spcBef>
                <a:spcPts val="1600"/>
              </a:spcBef>
              <a:spcAft>
                <a:spcPts val="1600"/>
              </a:spcAft>
              <a:buSzPts val="1200"/>
              <a:buChar char="■"/>
              <a:defRPr sz="1200"/>
            </a:lvl9pPr>
          </a:lstStyle>
          <a:p>
            <a:endParaRPr/>
          </a:p>
        </p:txBody>
      </p:sp>
      <p:sp>
        <p:nvSpPr>
          <p:cNvPr id="49" name="Google Shape;49;p7"/>
          <p:cNvSpPr txBox="1">
            <a:spLocks noGrp="1"/>
          </p:cNvSpPr>
          <p:nvPr>
            <p:ph type="sldNum" idx="12"/>
          </p:nvPr>
        </p:nvSpPr>
        <p:spPr>
          <a:xfrm>
            <a:off x="8460431" y="4651190"/>
            <a:ext cx="548700" cy="393600"/>
          </a:xfrm>
          <a:prstGeom prst="rect">
            <a:avLst/>
          </a:prstGeom>
        </p:spPr>
        <p:txBody>
          <a:bodyPr spcFirstLastPara="1" wrap="square" lIns="91425" tIns="91425" rIns="91425" bIns="91425" anchor="ctr" anchorCtr="0">
            <a:noAutofit/>
          </a:bodyPr>
          <a:lstStyle>
            <a:lvl1pPr lvl="0">
              <a:buNone/>
              <a:defRPr>
                <a:solidFill>
                  <a:schemeClr val="dk2"/>
                </a:solidFill>
              </a:defRPr>
            </a:lvl1pPr>
            <a:lvl2pPr lvl="1">
              <a:buNone/>
              <a:defRPr>
                <a:solidFill>
                  <a:schemeClr val="dk2"/>
                </a:solidFill>
              </a:defRPr>
            </a:lvl2pPr>
            <a:lvl3pPr lvl="2">
              <a:buNone/>
              <a:defRPr>
                <a:solidFill>
                  <a:schemeClr val="dk2"/>
                </a:solidFill>
              </a:defRPr>
            </a:lvl3pPr>
            <a:lvl4pPr lvl="3">
              <a:buNone/>
              <a:defRPr>
                <a:solidFill>
                  <a:schemeClr val="dk2"/>
                </a:solidFill>
              </a:defRPr>
            </a:lvl4pPr>
            <a:lvl5pPr lvl="4">
              <a:buNone/>
              <a:defRPr>
                <a:solidFill>
                  <a:schemeClr val="dk2"/>
                </a:solidFill>
              </a:defRPr>
            </a:lvl5pPr>
            <a:lvl6pPr lvl="5">
              <a:buNone/>
              <a:defRPr>
                <a:solidFill>
                  <a:schemeClr val="dk2"/>
                </a:solidFill>
              </a:defRPr>
            </a:lvl6pPr>
            <a:lvl7pPr lvl="6">
              <a:buNone/>
              <a:defRPr>
                <a:solidFill>
                  <a:schemeClr val="dk2"/>
                </a:solidFill>
              </a:defRPr>
            </a:lvl7pPr>
            <a:lvl8pPr lvl="7">
              <a:buNone/>
              <a:defRPr>
                <a:solidFill>
                  <a:schemeClr val="dk2"/>
                </a:solidFill>
              </a:defRPr>
            </a:lvl8pPr>
            <a:lvl9pPr lvl="8">
              <a:buNone/>
              <a:defRPr>
                <a:solidFill>
                  <a:schemeClr val="dk2"/>
                </a:solidFil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bg>
      <p:bgPr>
        <a:solidFill>
          <a:schemeClr val="accent4"/>
        </a:solidFill>
        <a:effectLst/>
      </p:bgPr>
    </p:bg>
    <p:spTree>
      <p:nvGrpSpPr>
        <p:cNvPr id="1" name="Shape 50"/>
        <p:cNvGrpSpPr/>
        <p:nvPr/>
      </p:nvGrpSpPr>
      <p:grpSpPr>
        <a:xfrm>
          <a:off x="0" y="0"/>
          <a:ext cx="0" cy="0"/>
          <a:chOff x="0" y="0"/>
          <a:chExt cx="0" cy="0"/>
        </a:xfrm>
      </p:grpSpPr>
      <p:grpSp>
        <p:nvGrpSpPr>
          <p:cNvPr id="51" name="Google Shape;51;p8"/>
          <p:cNvGrpSpPr/>
          <p:nvPr/>
        </p:nvGrpSpPr>
        <p:grpSpPr>
          <a:xfrm>
            <a:off x="6098378" y="5"/>
            <a:ext cx="3045625" cy="2030570"/>
            <a:chOff x="6098378" y="5"/>
            <a:chExt cx="3045625" cy="2030570"/>
          </a:xfrm>
        </p:grpSpPr>
        <p:sp>
          <p:nvSpPr>
            <p:cNvPr id="52" name="Google Shape;52;p8"/>
            <p:cNvSpPr/>
            <p:nvPr/>
          </p:nvSpPr>
          <p:spPr>
            <a:xfrm>
              <a:off x="8128803" y="16"/>
              <a:ext cx="1015200" cy="10152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 name="Google Shape;53;p8"/>
            <p:cNvSpPr/>
            <p:nvPr/>
          </p:nvSpPr>
          <p:spPr>
            <a:xfrm flipH="1">
              <a:off x="7113463" y="5"/>
              <a:ext cx="1015200" cy="1015200"/>
            </a:xfrm>
            <a:prstGeom prst="rtTriangle">
              <a:avLst/>
            </a:pr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 name="Google Shape;54;p8"/>
            <p:cNvSpPr/>
            <p:nvPr/>
          </p:nvSpPr>
          <p:spPr>
            <a:xfrm rot="10800000" flipH="1">
              <a:off x="7113588" y="107"/>
              <a:ext cx="1015200" cy="1015200"/>
            </a:xfrm>
            <a:prstGeom prst="rtTriangle">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 name="Google Shape;55;p8"/>
            <p:cNvSpPr/>
            <p:nvPr/>
          </p:nvSpPr>
          <p:spPr>
            <a:xfrm rot="10800000">
              <a:off x="6098378" y="97"/>
              <a:ext cx="1015200" cy="1015200"/>
            </a:xfrm>
            <a:prstGeom prst="rtTriangle">
              <a:avLst/>
            </a:pr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 name="Google Shape;56;p8"/>
            <p:cNvSpPr/>
            <p:nvPr/>
          </p:nvSpPr>
          <p:spPr>
            <a:xfrm rot="10800000">
              <a:off x="8128789" y="1015375"/>
              <a:ext cx="1015200" cy="1015200"/>
            </a:xfrm>
            <a:prstGeom prst="rtTriangle">
              <a:avLst/>
            </a:pr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57" name="Google Shape;57;p8"/>
          <p:cNvSpPr txBox="1">
            <a:spLocks noGrp="1"/>
          </p:cNvSpPr>
          <p:nvPr>
            <p:ph type="title"/>
          </p:nvPr>
        </p:nvSpPr>
        <p:spPr>
          <a:xfrm>
            <a:off x="490250" y="526350"/>
            <a:ext cx="5618700" cy="4090800"/>
          </a:xfrm>
          <a:prstGeom prst="rect">
            <a:avLst/>
          </a:prstGeom>
        </p:spPr>
        <p:txBody>
          <a:bodyPr spcFirstLastPara="1" wrap="square" lIns="91425" tIns="91425" rIns="91425" bIns="91425" anchor="ctr" anchorCtr="0">
            <a:noAutofit/>
          </a:bodyPr>
          <a:lstStyle>
            <a:lvl1pPr lvl="0">
              <a:spcBef>
                <a:spcPts val="0"/>
              </a:spcBef>
              <a:spcAft>
                <a:spcPts val="0"/>
              </a:spcAft>
              <a:buClr>
                <a:schemeClr val="lt1"/>
              </a:buClr>
              <a:buSzPts val="4800"/>
              <a:buNone/>
              <a:defRPr sz="4800">
                <a:solidFill>
                  <a:schemeClr val="lt1"/>
                </a:solidFill>
              </a:defRPr>
            </a:lvl1pPr>
            <a:lvl2pPr lvl="1">
              <a:spcBef>
                <a:spcPts val="0"/>
              </a:spcBef>
              <a:spcAft>
                <a:spcPts val="0"/>
              </a:spcAft>
              <a:buClr>
                <a:schemeClr val="lt1"/>
              </a:buClr>
              <a:buSzPts val="4800"/>
              <a:buNone/>
              <a:defRPr sz="4800">
                <a:solidFill>
                  <a:schemeClr val="lt1"/>
                </a:solidFill>
              </a:defRPr>
            </a:lvl2pPr>
            <a:lvl3pPr lvl="2">
              <a:spcBef>
                <a:spcPts val="0"/>
              </a:spcBef>
              <a:spcAft>
                <a:spcPts val="0"/>
              </a:spcAft>
              <a:buClr>
                <a:schemeClr val="lt1"/>
              </a:buClr>
              <a:buSzPts val="4800"/>
              <a:buNone/>
              <a:defRPr sz="4800">
                <a:solidFill>
                  <a:schemeClr val="lt1"/>
                </a:solidFill>
              </a:defRPr>
            </a:lvl3pPr>
            <a:lvl4pPr lvl="3">
              <a:spcBef>
                <a:spcPts val="0"/>
              </a:spcBef>
              <a:spcAft>
                <a:spcPts val="0"/>
              </a:spcAft>
              <a:buClr>
                <a:schemeClr val="lt1"/>
              </a:buClr>
              <a:buSzPts val="4800"/>
              <a:buNone/>
              <a:defRPr sz="4800">
                <a:solidFill>
                  <a:schemeClr val="lt1"/>
                </a:solidFill>
              </a:defRPr>
            </a:lvl4pPr>
            <a:lvl5pPr lvl="4">
              <a:spcBef>
                <a:spcPts val="0"/>
              </a:spcBef>
              <a:spcAft>
                <a:spcPts val="0"/>
              </a:spcAft>
              <a:buClr>
                <a:schemeClr val="lt1"/>
              </a:buClr>
              <a:buSzPts val="4800"/>
              <a:buNone/>
              <a:defRPr sz="4800">
                <a:solidFill>
                  <a:schemeClr val="lt1"/>
                </a:solidFill>
              </a:defRPr>
            </a:lvl5pPr>
            <a:lvl6pPr lvl="5">
              <a:spcBef>
                <a:spcPts val="0"/>
              </a:spcBef>
              <a:spcAft>
                <a:spcPts val="0"/>
              </a:spcAft>
              <a:buClr>
                <a:schemeClr val="lt1"/>
              </a:buClr>
              <a:buSzPts val="4800"/>
              <a:buNone/>
              <a:defRPr sz="4800">
                <a:solidFill>
                  <a:schemeClr val="lt1"/>
                </a:solidFill>
              </a:defRPr>
            </a:lvl6pPr>
            <a:lvl7pPr lvl="6">
              <a:spcBef>
                <a:spcPts val="0"/>
              </a:spcBef>
              <a:spcAft>
                <a:spcPts val="0"/>
              </a:spcAft>
              <a:buClr>
                <a:schemeClr val="lt1"/>
              </a:buClr>
              <a:buSzPts val="4800"/>
              <a:buNone/>
              <a:defRPr sz="4800">
                <a:solidFill>
                  <a:schemeClr val="lt1"/>
                </a:solidFill>
              </a:defRPr>
            </a:lvl7pPr>
            <a:lvl8pPr lvl="7">
              <a:spcBef>
                <a:spcPts val="0"/>
              </a:spcBef>
              <a:spcAft>
                <a:spcPts val="0"/>
              </a:spcAft>
              <a:buClr>
                <a:schemeClr val="lt1"/>
              </a:buClr>
              <a:buSzPts val="4800"/>
              <a:buNone/>
              <a:defRPr sz="4800">
                <a:solidFill>
                  <a:schemeClr val="lt1"/>
                </a:solidFill>
              </a:defRPr>
            </a:lvl8pPr>
            <a:lvl9pPr lvl="8">
              <a:spcBef>
                <a:spcPts val="0"/>
              </a:spcBef>
              <a:spcAft>
                <a:spcPts val="0"/>
              </a:spcAft>
              <a:buClr>
                <a:schemeClr val="lt1"/>
              </a:buClr>
              <a:buSzPts val="4800"/>
              <a:buNone/>
              <a:defRPr sz="4800">
                <a:solidFill>
                  <a:schemeClr val="lt1"/>
                </a:solidFill>
              </a:defRPr>
            </a:lvl9pPr>
          </a:lstStyle>
          <a:p>
            <a:endParaRPr/>
          </a:p>
        </p:txBody>
      </p:sp>
      <p:sp>
        <p:nvSpPr>
          <p:cNvPr id="58" name="Google Shape;58;p8"/>
          <p:cNvSpPr txBox="1">
            <a:spLocks noGrp="1"/>
          </p:cNvSpPr>
          <p:nvPr>
            <p:ph type="sldNum" idx="12"/>
          </p:nvPr>
        </p:nvSpPr>
        <p:spPr>
          <a:xfrm>
            <a:off x="8460431" y="4651190"/>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59"/>
        <p:cNvGrpSpPr/>
        <p:nvPr/>
      </p:nvGrpSpPr>
      <p:grpSpPr>
        <a:xfrm>
          <a:off x="0" y="0"/>
          <a:ext cx="0" cy="0"/>
          <a:chOff x="0" y="0"/>
          <a:chExt cx="0" cy="0"/>
        </a:xfrm>
      </p:grpSpPr>
      <p:sp>
        <p:nvSpPr>
          <p:cNvPr id="60" name="Google Shape;60;p9"/>
          <p:cNvSpPr/>
          <p:nvPr/>
        </p:nvSpPr>
        <p:spPr>
          <a:xfrm>
            <a:off x="4572000" y="-175"/>
            <a:ext cx="4572000" cy="51435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61" name="Google Shape;61;p9"/>
          <p:cNvCxnSpPr/>
          <p:nvPr/>
        </p:nvCxnSpPr>
        <p:spPr>
          <a:xfrm>
            <a:off x="5029675" y="4495500"/>
            <a:ext cx="468300" cy="0"/>
          </a:xfrm>
          <a:prstGeom prst="straightConnector1">
            <a:avLst/>
          </a:prstGeom>
          <a:noFill/>
          <a:ln w="19050" cap="flat" cmpd="sng">
            <a:solidFill>
              <a:schemeClr val="lt1"/>
            </a:solidFill>
            <a:prstDash val="solid"/>
            <a:round/>
            <a:headEnd type="none" w="sm" len="sm"/>
            <a:tailEnd type="none" w="sm" len="sm"/>
          </a:ln>
        </p:spPr>
      </p:cxnSp>
      <p:sp>
        <p:nvSpPr>
          <p:cNvPr id="62" name="Google Shape;62;p9"/>
          <p:cNvSpPr txBox="1">
            <a:spLocks noGrp="1"/>
          </p:cNvSpPr>
          <p:nvPr>
            <p:ph type="title"/>
          </p:nvPr>
        </p:nvSpPr>
        <p:spPr>
          <a:xfrm>
            <a:off x="265500" y="1151100"/>
            <a:ext cx="4045200" cy="1564500"/>
          </a:xfrm>
          <a:prstGeom prst="rect">
            <a:avLst/>
          </a:prstGeom>
        </p:spPr>
        <p:txBody>
          <a:bodyPr spcFirstLastPara="1" wrap="square" lIns="91425" tIns="91425" rIns="91425" bIns="91425" anchor="b" anchorCtr="0">
            <a:no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63" name="Google Shape;63;p9"/>
          <p:cNvSpPr txBox="1">
            <a:spLocks noGrp="1"/>
          </p:cNvSpPr>
          <p:nvPr>
            <p:ph type="subTitle" idx="1"/>
          </p:nvPr>
        </p:nvSpPr>
        <p:spPr>
          <a:xfrm>
            <a:off x="265500" y="2769001"/>
            <a:ext cx="4045200" cy="1269300"/>
          </a:xfrm>
          <a:prstGeom prst="rect">
            <a:avLst/>
          </a:prstGeom>
        </p:spPr>
        <p:txBody>
          <a:bodyPr spcFirstLastPara="1" wrap="square" lIns="91425" tIns="91425" rIns="91425" bIns="91425" anchor="t" anchorCtr="0">
            <a:no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64" name="Google Shape;64;p9"/>
          <p:cNvSpPr txBox="1">
            <a:spLocks noGrp="1"/>
          </p:cNvSpPr>
          <p:nvPr>
            <p:ph type="body" idx="2"/>
          </p:nvPr>
        </p:nvSpPr>
        <p:spPr>
          <a:xfrm>
            <a:off x="4939500" y="724200"/>
            <a:ext cx="3837000" cy="3695100"/>
          </a:xfrm>
          <a:prstGeom prst="rect">
            <a:avLst/>
          </a:prstGeom>
        </p:spPr>
        <p:txBody>
          <a:bodyPr spcFirstLastPara="1" wrap="square" lIns="91425" tIns="91425" rIns="91425" bIns="91425" anchor="ctr" anchorCtr="0">
            <a:noAutofit/>
          </a:bodyPr>
          <a:lstStyle>
            <a:lvl1pPr marL="457200" lvl="0" indent="-342900">
              <a:spcBef>
                <a:spcPts val="0"/>
              </a:spcBef>
              <a:spcAft>
                <a:spcPts val="0"/>
              </a:spcAft>
              <a:buClr>
                <a:schemeClr val="lt1"/>
              </a:buClr>
              <a:buSzPts val="1800"/>
              <a:buChar char="●"/>
              <a:defRPr>
                <a:solidFill>
                  <a:schemeClr val="lt1"/>
                </a:solidFill>
              </a:defRPr>
            </a:lvl1pPr>
            <a:lvl2pPr marL="914400" lvl="1" indent="-317500">
              <a:spcBef>
                <a:spcPts val="1600"/>
              </a:spcBef>
              <a:spcAft>
                <a:spcPts val="0"/>
              </a:spcAft>
              <a:buClr>
                <a:schemeClr val="lt1"/>
              </a:buClr>
              <a:buSzPts val="1400"/>
              <a:buChar char="○"/>
              <a:defRPr>
                <a:solidFill>
                  <a:schemeClr val="lt1"/>
                </a:solidFill>
              </a:defRPr>
            </a:lvl2pPr>
            <a:lvl3pPr marL="1371600" lvl="2" indent="-317500">
              <a:spcBef>
                <a:spcPts val="1600"/>
              </a:spcBef>
              <a:spcAft>
                <a:spcPts val="0"/>
              </a:spcAft>
              <a:buClr>
                <a:schemeClr val="lt1"/>
              </a:buClr>
              <a:buSzPts val="1400"/>
              <a:buChar char="■"/>
              <a:defRPr>
                <a:solidFill>
                  <a:schemeClr val="lt1"/>
                </a:solidFill>
              </a:defRPr>
            </a:lvl3pPr>
            <a:lvl4pPr marL="1828800" lvl="3" indent="-317500">
              <a:spcBef>
                <a:spcPts val="1600"/>
              </a:spcBef>
              <a:spcAft>
                <a:spcPts val="0"/>
              </a:spcAft>
              <a:buClr>
                <a:schemeClr val="lt1"/>
              </a:buClr>
              <a:buSzPts val="1400"/>
              <a:buChar char="●"/>
              <a:defRPr>
                <a:solidFill>
                  <a:schemeClr val="lt1"/>
                </a:solidFill>
              </a:defRPr>
            </a:lvl4pPr>
            <a:lvl5pPr marL="2286000" lvl="4" indent="-317500">
              <a:spcBef>
                <a:spcPts val="1600"/>
              </a:spcBef>
              <a:spcAft>
                <a:spcPts val="0"/>
              </a:spcAft>
              <a:buClr>
                <a:schemeClr val="lt1"/>
              </a:buClr>
              <a:buSzPts val="1400"/>
              <a:buChar char="○"/>
              <a:defRPr>
                <a:solidFill>
                  <a:schemeClr val="lt1"/>
                </a:solidFill>
              </a:defRPr>
            </a:lvl5pPr>
            <a:lvl6pPr marL="2743200" lvl="5" indent="-317500">
              <a:spcBef>
                <a:spcPts val="1600"/>
              </a:spcBef>
              <a:spcAft>
                <a:spcPts val="0"/>
              </a:spcAft>
              <a:buClr>
                <a:schemeClr val="lt1"/>
              </a:buClr>
              <a:buSzPts val="1400"/>
              <a:buChar char="■"/>
              <a:defRPr>
                <a:solidFill>
                  <a:schemeClr val="lt1"/>
                </a:solidFill>
              </a:defRPr>
            </a:lvl6pPr>
            <a:lvl7pPr marL="3200400" lvl="6" indent="-317500">
              <a:spcBef>
                <a:spcPts val="1600"/>
              </a:spcBef>
              <a:spcAft>
                <a:spcPts val="0"/>
              </a:spcAft>
              <a:buClr>
                <a:schemeClr val="lt1"/>
              </a:buClr>
              <a:buSzPts val="1400"/>
              <a:buChar char="●"/>
              <a:defRPr>
                <a:solidFill>
                  <a:schemeClr val="lt1"/>
                </a:solidFill>
              </a:defRPr>
            </a:lvl7pPr>
            <a:lvl8pPr marL="3657600" lvl="7" indent="-317500">
              <a:spcBef>
                <a:spcPts val="1600"/>
              </a:spcBef>
              <a:spcAft>
                <a:spcPts val="0"/>
              </a:spcAft>
              <a:buClr>
                <a:schemeClr val="lt1"/>
              </a:buClr>
              <a:buSzPts val="1400"/>
              <a:buChar char="○"/>
              <a:defRPr>
                <a:solidFill>
                  <a:schemeClr val="lt1"/>
                </a:solidFill>
              </a:defRPr>
            </a:lvl8pPr>
            <a:lvl9pPr marL="4114800" lvl="8" indent="-317500">
              <a:spcBef>
                <a:spcPts val="1600"/>
              </a:spcBef>
              <a:spcAft>
                <a:spcPts val="1600"/>
              </a:spcAft>
              <a:buClr>
                <a:schemeClr val="lt1"/>
              </a:buClr>
              <a:buSzPts val="1400"/>
              <a:buChar char="■"/>
              <a:defRPr>
                <a:solidFill>
                  <a:schemeClr val="lt1"/>
                </a:solidFill>
              </a:defRPr>
            </a:lvl9pPr>
          </a:lstStyle>
          <a:p>
            <a:endParaRPr/>
          </a:p>
        </p:txBody>
      </p:sp>
      <p:sp>
        <p:nvSpPr>
          <p:cNvPr id="65" name="Google Shape;65;p9"/>
          <p:cNvSpPr txBox="1">
            <a:spLocks noGrp="1"/>
          </p:cNvSpPr>
          <p:nvPr>
            <p:ph type="sldNum" idx="12"/>
          </p:nvPr>
        </p:nvSpPr>
        <p:spPr>
          <a:xfrm>
            <a:off x="8460431" y="4651190"/>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66"/>
        <p:cNvGrpSpPr/>
        <p:nvPr/>
      </p:nvGrpSpPr>
      <p:grpSpPr>
        <a:xfrm>
          <a:off x="0" y="0"/>
          <a:ext cx="0" cy="0"/>
          <a:chOff x="0" y="0"/>
          <a:chExt cx="0" cy="0"/>
        </a:xfrm>
      </p:grpSpPr>
      <p:sp>
        <p:nvSpPr>
          <p:cNvPr id="67" name="Google Shape;67;p10"/>
          <p:cNvSpPr txBox="1">
            <a:spLocks noGrp="1"/>
          </p:cNvSpPr>
          <p:nvPr>
            <p:ph type="body" idx="1"/>
          </p:nvPr>
        </p:nvSpPr>
        <p:spPr>
          <a:xfrm>
            <a:off x="319500" y="4230575"/>
            <a:ext cx="5998800" cy="598800"/>
          </a:xfrm>
          <a:prstGeom prst="rect">
            <a:avLst/>
          </a:prstGeom>
        </p:spPr>
        <p:txBody>
          <a:bodyPr spcFirstLastPara="1" wrap="square" lIns="91425" tIns="91425" rIns="91425" bIns="91425" anchor="ctr" anchorCtr="0">
            <a:noAutofit/>
          </a:bodyPr>
          <a:lstStyle>
            <a:lvl1pPr marL="457200" lvl="0" indent="-228600">
              <a:lnSpc>
                <a:spcPct val="100000"/>
              </a:lnSpc>
              <a:spcBef>
                <a:spcPts val="0"/>
              </a:spcBef>
              <a:spcAft>
                <a:spcPts val="0"/>
              </a:spcAft>
              <a:buSzPts val="1800"/>
              <a:buNone/>
              <a:defRPr/>
            </a:lvl1pPr>
          </a:lstStyle>
          <a:p>
            <a:endParaRPr/>
          </a:p>
        </p:txBody>
      </p:sp>
      <p:sp>
        <p:nvSpPr>
          <p:cNvPr id="68" name="Google Shape;68;p10"/>
          <p:cNvSpPr txBox="1">
            <a:spLocks noGrp="1"/>
          </p:cNvSpPr>
          <p:nvPr>
            <p:ph type="sldNum" idx="12"/>
          </p:nvPr>
        </p:nvSpPr>
        <p:spPr>
          <a:xfrm>
            <a:off x="8460431" y="4651190"/>
            <a:ext cx="548700" cy="393600"/>
          </a:xfrm>
          <a:prstGeom prst="rect">
            <a:avLst/>
          </a:prstGeom>
        </p:spPr>
        <p:txBody>
          <a:bodyPr spcFirstLastPara="1" wrap="square" lIns="91425" tIns="91425" rIns="91425" bIns="91425" anchor="ctr" anchorCtr="0">
            <a:noAutofit/>
          </a:bodyPr>
          <a:lstStyle>
            <a:lvl1pPr lvl="0">
              <a:buNone/>
              <a:defRPr>
                <a:solidFill>
                  <a:schemeClr val="dk2"/>
                </a:solidFill>
              </a:defRPr>
            </a:lvl1pPr>
            <a:lvl2pPr lvl="1">
              <a:buNone/>
              <a:defRPr>
                <a:solidFill>
                  <a:schemeClr val="dk2"/>
                </a:solidFill>
              </a:defRPr>
            </a:lvl2pPr>
            <a:lvl3pPr lvl="2">
              <a:buNone/>
              <a:defRPr>
                <a:solidFill>
                  <a:schemeClr val="dk2"/>
                </a:solidFill>
              </a:defRPr>
            </a:lvl3pPr>
            <a:lvl4pPr lvl="3">
              <a:buNone/>
              <a:defRPr>
                <a:solidFill>
                  <a:schemeClr val="dk2"/>
                </a:solidFill>
              </a:defRPr>
            </a:lvl4pPr>
            <a:lvl5pPr lvl="4">
              <a:buNone/>
              <a:defRPr>
                <a:solidFill>
                  <a:schemeClr val="dk2"/>
                </a:solidFill>
              </a:defRPr>
            </a:lvl5pPr>
            <a:lvl6pPr lvl="5">
              <a:buNone/>
              <a:defRPr>
                <a:solidFill>
                  <a:schemeClr val="dk2"/>
                </a:solidFill>
              </a:defRPr>
            </a:lvl6pPr>
            <a:lvl7pPr lvl="6">
              <a:buNone/>
              <a:defRPr>
                <a:solidFill>
                  <a:schemeClr val="dk2"/>
                </a:solidFill>
              </a:defRPr>
            </a:lvl7pPr>
            <a:lvl8pPr lvl="7">
              <a:buNone/>
              <a:defRPr>
                <a:solidFill>
                  <a:schemeClr val="dk2"/>
                </a:solidFill>
              </a:defRPr>
            </a:lvl8pPr>
            <a:lvl9pPr lvl="8">
              <a:buNone/>
              <a:defRPr>
                <a:solidFill>
                  <a:schemeClr val="dk2"/>
                </a:solidFil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bg>
      <p:bgPr>
        <a:solidFill>
          <a:schemeClr val="dk1"/>
        </a:solidFill>
        <a:effectLst/>
      </p:bgPr>
    </p:bg>
    <p:spTree>
      <p:nvGrpSpPr>
        <p:cNvPr id="1" name="Shape 69"/>
        <p:cNvGrpSpPr/>
        <p:nvPr/>
      </p:nvGrpSpPr>
      <p:grpSpPr>
        <a:xfrm>
          <a:off x="0" y="0"/>
          <a:ext cx="0" cy="0"/>
          <a:chOff x="0" y="0"/>
          <a:chExt cx="0" cy="0"/>
        </a:xfrm>
      </p:grpSpPr>
      <p:grpSp>
        <p:nvGrpSpPr>
          <p:cNvPr id="70" name="Google Shape;70;p11"/>
          <p:cNvGrpSpPr/>
          <p:nvPr/>
        </p:nvGrpSpPr>
        <p:grpSpPr>
          <a:xfrm>
            <a:off x="6098378" y="5"/>
            <a:ext cx="3045625" cy="2030570"/>
            <a:chOff x="6098378" y="5"/>
            <a:chExt cx="3045625" cy="2030570"/>
          </a:xfrm>
        </p:grpSpPr>
        <p:sp>
          <p:nvSpPr>
            <p:cNvPr id="71" name="Google Shape;71;p11"/>
            <p:cNvSpPr/>
            <p:nvPr/>
          </p:nvSpPr>
          <p:spPr>
            <a:xfrm>
              <a:off x="8128803" y="16"/>
              <a:ext cx="1015200" cy="10152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 name="Google Shape;72;p11"/>
            <p:cNvSpPr/>
            <p:nvPr/>
          </p:nvSpPr>
          <p:spPr>
            <a:xfrm flipH="1">
              <a:off x="7113463" y="5"/>
              <a:ext cx="1015200" cy="1015200"/>
            </a:xfrm>
            <a:prstGeom prst="rtTriangl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 name="Google Shape;73;p11"/>
            <p:cNvSpPr/>
            <p:nvPr/>
          </p:nvSpPr>
          <p:spPr>
            <a:xfrm rot="10800000" flipH="1">
              <a:off x="7113588" y="107"/>
              <a:ext cx="1015200" cy="1015200"/>
            </a:xfrm>
            <a:prstGeom prst="rtTriangle">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 name="Google Shape;74;p11"/>
            <p:cNvSpPr/>
            <p:nvPr/>
          </p:nvSpPr>
          <p:spPr>
            <a:xfrm rot="10800000">
              <a:off x="6098378" y="97"/>
              <a:ext cx="1015200" cy="1015200"/>
            </a:xfrm>
            <a:prstGeom prst="rtTriangle">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 name="Google Shape;75;p11"/>
            <p:cNvSpPr/>
            <p:nvPr/>
          </p:nvSpPr>
          <p:spPr>
            <a:xfrm rot="10800000">
              <a:off x="8128789" y="1015375"/>
              <a:ext cx="1015200" cy="1015200"/>
            </a:xfrm>
            <a:prstGeom prst="rtTriangle">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76" name="Google Shape;76;p11"/>
          <p:cNvSpPr txBox="1">
            <a:spLocks noGrp="1"/>
          </p:cNvSpPr>
          <p:nvPr>
            <p:ph type="title" hasCustomPrompt="1"/>
          </p:nvPr>
        </p:nvSpPr>
        <p:spPr>
          <a:xfrm>
            <a:off x="311700" y="1256050"/>
            <a:ext cx="8520600" cy="2030700"/>
          </a:xfrm>
          <a:prstGeom prst="rect">
            <a:avLst/>
          </a:prstGeom>
        </p:spPr>
        <p:txBody>
          <a:bodyPr spcFirstLastPara="1" wrap="square" lIns="91425" tIns="91425" rIns="91425" bIns="91425" anchor="b" anchorCtr="0">
            <a:noAutofit/>
          </a:bodyPr>
          <a:lstStyle>
            <a:lvl1pPr lvl="0" algn="ctr">
              <a:spcBef>
                <a:spcPts val="0"/>
              </a:spcBef>
              <a:spcAft>
                <a:spcPts val="0"/>
              </a:spcAft>
              <a:buClr>
                <a:schemeClr val="lt1"/>
              </a:buClr>
              <a:buSzPts val="12000"/>
              <a:buNone/>
              <a:defRPr sz="12000">
                <a:solidFill>
                  <a:schemeClr val="lt1"/>
                </a:solidFill>
              </a:defRPr>
            </a:lvl1pPr>
            <a:lvl2pPr lvl="1" algn="ctr">
              <a:spcBef>
                <a:spcPts val="0"/>
              </a:spcBef>
              <a:spcAft>
                <a:spcPts val="0"/>
              </a:spcAft>
              <a:buClr>
                <a:schemeClr val="lt1"/>
              </a:buClr>
              <a:buSzPts val="12000"/>
              <a:buNone/>
              <a:defRPr sz="12000">
                <a:solidFill>
                  <a:schemeClr val="lt1"/>
                </a:solidFill>
              </a:defRPr>
            </a:lvl2pPr>
            <a:lvl3pPr lvl="2" algn="ctr">
              <a:spcBef>
                <a:spcPts val="0"/>
              </a:spcBef>
              <a:spcAft>
                <a:spcPts val="0"/>
              </a:spcAft>
              <a:buClr>
                <a:schemeClr val="lt1"/>
              </a:buClr>
              <a:buSzPts val="12000"/>
              <a:buNone/>
              <a:defRPr sz="12000">
                <a:solidFill>
                  <a:schemeClr val="lt1"/>
                </a:solidFill>
              </a:defRPr>
            </a:lvl3pPr>
            <a:lvl4pPr lvl="3" algn="ctr">
              <a:spcBef>
                <a:spcPts val="0"/>
              </a:spcBef>
              <a:spcAft>
                <a:spcPts val="0"/>
              </a:spcAft>
              <a:buClr>
                <a:schemeClr val="lt1"/>
              </a:buClr>
              <a:buSzPts val="12000"/>
              <a:buNone/>
              <a:defRPr sz="12000">
                <a:solidFill>
                  <a:schemeClr val="lt1"/>
                </a:solidFill>
              </a:defRPr>
            </a:lvl4pPr>
            <a:lvl5pPr lvl="4" algn="ctr">
              <a:spcBef>
                <a:spcPts val="0"/>
              </a:spcBef>
              <a:spcAft>
                <a:spcPts val="0"/>
              </a:spcAft>
              <a:buClr>
                <a:schemeClr val="lt1"/>
              </a:buClr>
              <a:buSzPts val="12000"/>
              <a:buNone/>
              <a:defRPr sz="12000">
                <a:solidFill>
                  <a:schemeClr val="lt1"/>
                </a:solidFill>
              </a:defRPr>
            </a:lvl5pPr>
            <a:lvl6pPr lvl="5" algn="ctr">
              <a:spcBef>
                <a:spcPts val="0"/>
              </a:spcBef>
              <a:spcAft>
                <a:spcPts val="0"/>
              </a:spcAft>
              <a:buClr>
                <a:schemeClr val="lt1"/>
              </a:buClr>
              <a:buSzPts val="12000"/>
              <a:buNone/>
              <a:defRPr sz="12000">
                <a:solidFill>
                  <a:schemeClr val="lt1"/>
                </a:solidFill>
              </a:defRPr>
            </a:lvl6pPr>
            <a:lvl7pPr lvl="6" algn="ctr">
              <a:spcBef>
                <a:spcPts val="0"/>
              </a:spcBef>
              <a:spcAft>
                <a:spcPts val="0"/>
              </a:spcAft>
              <a:buClr>
                <a:schemeClr val="lt1"/>
              </a:buClr>
              <a:buSzPts val="12000"/>
              <a:buNone/>
              <a:defRPr sz="12000">
                <a:solidFill>
                  <a:schemeClr val="lt1"/>
                </a:solidFill>
              </a:defRPr>
            </a:lvl7pPr>
            <a:lvl8pPr lvl="7" algn="ctr">
              <a:spcBef>
                <a:spcPts val="0"/>
              </a:spcBef>
              <a:spcAft>
                <a:spcPts val="0"/>
              </a:spcAft>
              <a:buClr>
                <a:schemeClr val="lt1"/>
              </a:buClr>
              <a:buSzPts val="12000"/>
              <a:buNone/>
              <a:defRPr sz="12000">
                <a:solidFill>
                  <a:schemeClr val="lt1"/>
                </a:solidFill>
              </a:defRPr>
            </a:lvl8pPr>
            <a:lvl9pPr lvl="8" algn="ctr">
              <a:spcBef>
                <a:spcPts val="0"/>
              </a:spcBef>
              <a:spcAft>
                <a:spcPts val="0"/>
              </a:spcAft>
              <a:buClr>
                <a:schemeClr val="lt1"/>
              </a:buClr>
              <a:buSzPts val="12000"/>
              <a:buNone/>
              <a:defRPr sz="12000">
                <a:solidFill>
                  <a:schemeClr val="lt1"/>
                </a:solidFill>
              </a:defRPr>
            </a:lvl9pPr>
          </a:lstStyle>
          <a:p>
            <a:r>
              <a:t>xx%</a:t>
            </a:r>
          </a:p>
        </p:txBody>
      </p:sp>
      <p:sp>
        <p:nvSpPr>
          <p:cNvPr id="77" name="Google Shape;77;p11"/>
          <p:cNvSpPr txBox="1">
            <a:spLocks noGrp="1"/>
          </p:cNvSpPr>
          <p:nvPr>
            <p:ph type="body" idx="1"/>
          </p:nvPr>
        </p:nvSpPr>
        <p:spPr>
          <a:xfrm>
            <a:off x="311700" y="3369225"/>
            <a:ext cx="8520600" cy="1281900"/>
          </a:xfrm>
          <a:prstGeom prst="rect">
            <a:avLst/>
          </a:prstGeom>
        </p:spPr>
        <p:txBody>
          <a:bodyPr spcFirstLastPara="1" wrap="square" lIns="91425" tIns="91425" rIns="91425" bIns="91425" anchor="t" anchorCtr="0">
            <a:noAutofit/>
          </a:bodyPr>
          <a:lstStyle>
            <a:lvl1pPr marL="457200" lvl="0" indent="-342900" algn="ctr">
              <a:spcBef>
                <a:spcPts val="0"/>
              </a:spcBef>
              <a:spcAft>
                <a:spcPts val="0"/>
              </a:spcAft>
              <a:buClr>
                <a:schemeClr val="lt1"/>
              </a:buClr>
              <a:buSzPts val="1800"/>
              <a:buChar char="●"/>
              <a:defRPr>
                <a:solidFill>
                  <a:schemeClr val="lt1"/>
                </a:solidFill>
              </a:defRPr>
            </a:lvl1pPr>
            <a:lvl2pPr marL="914400" lvl="1" indent="-317500" algn="ctr">
              <a:spcBef>
                <a:spcPts val="1600"/>
              </a:spcBef>
              <a:spcAft>
                <a:spcPts val="0"/>
              </a:spcAft>
              <a:buClr>
                <a:schemeClr val="lt1"/>
              </a:buClr>
              <a:buSzPts val="1400"/>
              <a:buChar char="○"/>
              <a:defRPr>
                <a:solidFill>
                  <a:schemeClr val="lt1"/>
                </a:solidFill>
              </a:defRPr>
            </a:lvl2pPr>
            <a:lvl3pPr marL="1371600" lvl="2" indent="-317500" algn="ctr">
              <a:spcBef>
                <a:spcPts val="1600"/>
              </a:spcBef>
              <a:spcAft>
                <a:spcPts val="0"/>
              </a:spcAft>
              <a:buClr>
                <a:schemeClr val="lt1"/>
              </a:buClr>
              <a:buSzPts val="1400"/>
              <a:buChar char="■"/>
              <a:defRPr>
                <a:solidFill>
                  <a:schemeClr val="lt1"/>
                </a:solidFill>
              </a:defRPr>
            </a:lvl3pPr>
            <a:lvl4pPr marL="1828800" lvl="3" indent="-317500" algn="ctr">
              <a:spcBef>
                <a:spcPts val="1600"/>
              </a:spcBef>
              <a:spcAft>
                <a:spcPts val="0"/>
              </a:spcAft>
              <a:buClr>
                <a:schemeClr val="lt1"/>
              </a:buClr>
              <a:buSzPts val="1400"/>
              <a:buChar char="●"/>
              <a:defRPr>
                <a:solidFill>
                  <a:schemeClr val="lt1"/>
                </a:solidFill>
              </a:defRPr>
            </a:lvl4pPr>
            <a:lvl5pPr marL="2286000" lvl="4" indent="-317500" algn="ctr">
              <a:spcBef>
                <a:spcPts val="1600"/>
              </a:spcBef>
              <a:spcAft>
                <a:spcPts val="0"/>
              </a:spcAft>
              <a:buClr>
                <a:schemeClr val="lt1"/>
              </a:buClr>
              <a:buSzPts val="1400"/>
              <a:buChar char="○"/>
              <a:defRPr>
                <a:solidFill>
                  <a:schemeClr val="lt1"/>
                </a:solidFill>
              </a:defRPr>
            </a:lvl5pPr>
            <a:lvl6pPr marL="2743200" lvl="5" indent="-317500" algn="ctr">
              <a:spcBef>
                <a:spcPts val="1600"/>
              </a:spcBef>
              <a:spcAft>
                <a:spcPts val="0"/>
              </a:spcAft>
              <a:buClr>
                <a:schemeClr val="lt1"/>
              </a:buClr>
              <a:buSzPts val="1400"/>
              <a:buChar char="■"/>
              <a:defRPr>
                <a:solidFill>
                  <a:schemeClr val="lt1"/>
                </a:solidFill>
              </a:defRPr>
            </a:lvl6pPr>
            <a:lvl7pPr marL="3200400" lvl="6" indent="-317500" algn="ctr">
              <a:spcBef>
                <a:spcPts val="1600"/>
              </a:spcBef>
              <a:spcAft>
                <a:spcPts val="0"/>
              </a:spcAft>
              <a:buClr>
                <a:schemeClr val="lt1"/>
              </a:buClr>
              <a:buSzPts val="1400"/>
              <a:buChar char="●"/>
              <a:defRPr>
                <a:solidFill>
                  <a:schemeClr val="lt1"/>
                </a:solidFill>
              </a:defRPr>
            </a:lvl7pPr>
            <a:lvl8pPr marL="3657600" lvl="7" indent="-317500" algn="ctr">
              <a:spcBef>
                <a:spcPts val="1600"/>
              </a:spcBef>
              <a:spcAft>
                <a:spcPts val="0"/>
              </a:spcAft>
              <a:buClr>
                <a:schemeClr val="lt1"/>
              </a:buClr>
              <a:buSzPts val="1400"/>
              <a:buChar char="○"/>
              <a:defRPr>
                <a:solidFill>
                  <a:schemeClr val="lt1"/>
                </a:solidFill>
              </a:defRPr>
            </a:lvl8pPr>
            <a:lvl9pPr marL="4114800" lvl="8" indent="-317500" algn="ctr">
              <a:spcBef>
                <a:spcPts val="1600"/>
              </a:spcBef>
              <a:spcAft>
                <a:spcPts val="1600"/>
              </a:spcAft>
              <a:buClr>
                <a:schemeClr val="lt1"/>
              </a:buClr>
              <a:buSzPts val="1400"/>
              <a:buChar char="■"/>
              <a:defRPr>
                <a:solidFill>
                  <a:schemeClr val="lt1"/>
                </a:solidFill>
              </a:defRPr>
            </a:lvl9pPr>
          </a:lstStyle>
          <a:p>
            <a:endParaRPr/>
          </a:p>
        </p:txBody>
      </p:sp>
      <p:sp>
        <p:nvSpPr>
          <p:cNvPr id="78" name="Google Shape;78;p11"/>
          <p:cNvSpPr txBox="1">
            <a:spLocks noGrp="1"/>
          </p:cNvSpPr>
          <p:nvPr>
            <p:ph type="sldNum" idx="12"/>
          </p:nvPr>
        </p:nvSpPr>
        <p:spPr>
          <a:xfrm>
            <a:off x="8460431" y="4651190"/>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79"/>
        <p:cNvGrpSpPr/>
        <p:nvPr/>
      </p:nvGrpSpPr>
      <p:grpSpPr>
        <a:xfrm>
          <a:off x="0" y="0"/>
          <a:ext cx="0" cy="0"/>
          <a:chOff x="0" y="0"/>
          <a:chExt cx="0" cy="0"/>
        </a:xfrm>
      </p:grpSpPr>
      <p:sp>
        <p:nvSpPr>
          <p:cNvPr id="80" name="Google Shape;80;p12"/>
          <p:cNvSpPr txBox="1">
            <a:spLocks noGrp="1"/>
          </p:cNvSpPr>
          <p:nvPr>
            <p:ph type="sldNum" idx="12"/>
          </p:nvPr>
        </p:nvSpPr>
        <p:spPr>
          <a:xfrm>
            <a:off x="8460431" y="4651190"/>
            <a:ext cx="548700" cy="393600"/>
          </a:xfrm>
          <a:prstGeom prst="rect">
            <a:avLst/>
          </a:prstGeom>
        </p:spPr>
        <p:txBody>
          <a:bodyPr spcFirstLastPara="1" wrap="square" lIns="91425" tIns="91425" rIns="91425" bIns="91425" anchor="ctr" anchorCtr="0">
            <a:noAutofit/>
          </a:bodyPr>
          <a:lstStyle>
            <a:lvl1pPr lvl="0">
              <a:buNone/>
              <a:defRPr>
                <a:solidFill>
                  <a:schemeClr val="dk2"/>
                </a:solidFill>
              </a:defRPr>
            </a:lvl1pPr>
            <a:lvl2pPr lvl="1">
              <a:buNone/>
              <a:defRPr>
                <a:solidFill>
                  <a:schemeClr val="dk2"/>
                </a:solidFill>
              </a:defRPr>
            </a:lvl2pPr>
            <a:lvl3pPr lvl="2">
              <a:buNone/>
              <a:defRPr>
                <a:solidFill>
                  <a:schemeClr val="dk2"/>
                </a:solidFill>
              </a:defRPr>
            </a:lvl3pPr>
            <a:lvl4pPr lvl="3">
              <a:buNone/>
              <a:defRPr>
                <a:solidFill>
                  <a:schemeClr val="dk2"/>
                </a:solidFill>
              </a:defRPr>
            </a:lvl4pPr>
            <a:lvl5pPr lvl="4">
              <a:buNone/>
              <a:defRPr>
                <a:solidFill>
                  <a:schemeClr val="dk2"/>
                </a:solidFill>
              </a:defRPr>
            </a:lvl5pPr>
            <a:lvl6pPr lvl="5">
              <a:buNone/>
              <a:defRPr>
                <a:solidFill>
                  <a:schemeClr val="dk2"/>
                </a:solidFill>
              </a:defRPr>
            </a:lvl6pPr>
            <a:lvl7pPr lvl="6">
              <a:buNone/>
              <a:defRPr>
                <a:solidFill>
                  <a:schemeClr val="dk2"/>
                </a:solidFill>
              </a:defRPr>
            </a:lvl7pPr>
            <a:lvl8pPr lvl="7">
              <a:buNone/>
              <a:defRPr>
                <a:solidFill>
                  <a:schemeClr val="dk2"/>
                </a:solidFill>
              </a:defRPr>
            </a:lvl8pPr>
            <a:lvl9pPr lvl="8">
              <a:buNone/>
              <a:defRPr>
                <a:solidFill>
                  <a:schemeClr val="dk2"/>
                </a:solidFil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geometric">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10000"/>
            <a:ext cx="8520600" cy="607800"/>
          </a:xfrm>
          <a:prstGeom prst="rect">
            <a:avLst/>
          </a:prstGeom>
          <a:noFill/>
          <a:ln>
            <a:noFill/>
          </a:ln>
        </p:spPr>
        <p:txBody>
          <a:bodyPr spcFirstLastPara="1" wrap="square" lIns="91425" tIns="91425" rIns="91425" bIns="91425" anchor="t" anchorCtr="0">
            <a:noAutofit/>
          </a:bodyPr>
          <a:lstStyle>
            <a:lvl1pPr lvl="0">
              <a:spcBef>
                <a:spcPts val="0"/>
              </a:spcBef>
              <a:spcAft>
                <a:spcPts val="0"/>
              </a:spcAft>
              <a:buClr>
                <a:schemeClr val="dk1"/>
              </a:buClr>
              <a:buSzPts val="3000"/>
              <a:buFont typeface="Roboto"/>
              <a:buNone/>
              <a:defRPr sz="3000">
                <a:solidFill>
                  <a:schemeClr val="dk1"/>
                </a:solidFill>
                <a:latin typeface="Roboto"/>
                <a:ea typeface="Roboto"/>
                <a:cs typeface="Roboto"/>
                <a:sym typeface="Roboto"/>
              </a:defRPr>
            </a:lvl1pPr>
            <a:lvl2pPr lvl="1">
              <a:spcBef>
                <a:spcPts val="0"/>
              </a:spcBef>
              <a:spcAft>
                <a:spcPts val="0"/>
              </a:spcAft>
              <a:buClr>
                <a:schemeClr val="dk1"/>
              </a:buClr>
              <a:buSzPts val="3000"/>
              <a:buFont typeface="Roboto"/>
              <a:buNone/>
              <a:defRPr sz="3000">
                <a:solidFill>
                  <a:schemeClr val="dk1"/>
                </a:solidFill>
                <a:latin typeface="Roboto"/>
                <a:ea typeface="Roboto"/>
                <a:cs typeface="Roboto"/>
                <a:sym typeface="Roboto"/>
              </a:defRPr>
            </a:lvl2pPr>
            <a:lvl3pPr lvl="2">
              <a:spcBef>
                <a:spcPts val="0"/>
              </a:spcBef>
              <a:spcAft>
                <a:spcPts val="0"/>
              </a:spcAft>
              <a:buClr>
                <a:schemeClr val="dk1"/>
              </a:buClr>
              <a:buSzPts val="3000"/>
              <a:buFont typeface="Roboto"/>
              <a:buNone/>
              <a:defRPr sz="3000">
                <a:solidFill>
                  <a:schemeClr val="dk1"/>
                </a:solidFill>
                <a:latin typeface="Roboto"/>
                <a:ea typeface="Roboto"/>
                <a:cs typeface="Roboto"/>
                <a:sym typeface="Roboto"/>
              </a:defRPr>
            </a:lvl3pPr>
            <a:lvl4pPr lvl="3">
              <a:spcBef>
                <a:spcPts val="0"/>
              </a:spcBef>
              <a:spcAft>
                <a:spcPts val="0"/>
              </a:spcAft>
              <a:buClr>
                <a:schemeClr val="dk1"/>
              </a:buClr>
              <a:buSzPts val="3000"/>
              <a:buFont typeface="Roboto"/>
              <a:buNone/>
              <a:defRPr sz="3000">
                <a:solidFill>
                  <a:schemeClr val="dk1"/>
                </a:solidFill>
                <a:latin typeface="Roboto"/>
                <a:ea typeface="Roboto"/>
                <a:cs typeface="Roboto"/>
                <a:sym typeface="Roboto"/>
              </a:defRPr>
            </a:lvl4pPr>
            <a:lvl5pPr lvl="4">
              <a:spcBef>
                <a:spcPts val="0"/>
              </a:spcBef>
              <a:spcAft>
                <a:spcPts val="0"/>
              </a:spcAft>
              <a:buClr>
                <a:schemeClr val="dk1"/>
              </a:buClr>
              <a:buSzPts val="3000"/>
              <a:buFont typeface="Roboto"/>
              <a:buNone/>
              <a:defRPr sz="3000">
                <a:solidFill>
                  <a:schemeClr val="dk1"/>
                </a:solidFill>
                <a:latin typeface="Roboto"/>
                <a:ea typeface="Roboto"/>
                <a:cs typeface="Roboto"/>
                <a:sym typeface="Roboto"/>
              </a:defRPr>
            </a:lvl5pPr>
            <a:lvl6pPr lvl="5">
              <a:spcBef>
                <a:spcPts val="0"/>
              </a:spcBef>
              <a:spcAft>
                <a:spcPts val="0"/>
              </a:spcAft>
              <a:buClr>
                <a:schemeClr val="dk1"/>
              </a:buClr>
              <a:buSzPts val="3000"/>
              <a:buFont typeface="Roboto"/>
              <a:buNone/>
              <a:defRPr sz="3000">
                <a:solidFill>
                  <a:schemeClr val="dk1"/>
                </a:solidFill>
                <a:latin typeface="Roboto"/>
                <a:ea typeface="Roboto"/>
                <a:cs typeface="Roboto"/>
                <a:sym typeface="Roboto"/>
              </a:defRPr>
            </a:lvl6pPr>
            <a:lvl7pPr lvl="6">
              <a:spcBef>
                <a:spcPts val="0"/>
              </a:spcBef>
              <a:spcAft>
                <a:spcPts val="0"/>
              </a:spcAft>
              <a:buClr>
                <a:schemeClr val="dk1"/>
              </a:buClr>
              <a:buSzPts val="3000"/>
              <a:buFont typeface="Roboto"/>
              <a:buNone/>
              <a:defRPr sz="3000">
                <a:solidFill>
                  <a:schemeClr val="dk1"/>
                </a:solidFill>
                <a:latin typeface="Roboto"/>
                <a:ea typeface="Roboto"/>
                <a:cs typeface="Roboto"/>
                <a:sym typeface="Roboto"/>
              </a:defRPr>
            </a:lvl7pPr>
            <a:lvl8pPr lvl="7">
              <a:spcBef>
                <a:spcPts val="0"/>
              </a:spcBef>
              <a:spcAft>
                <a:spcPts val="0"/>
              </a:spcAft>
              <a:buClr>
                <a:schemeClr val="dk1"/>
              </a:buClr>
              <a:buSzPts val="3000"/>
              <a:buFont typeface="Roboto"/>
              <a:buNone/>
              <a:defRPr sz="3000">
                <a:solidFill>
                  <a:schemeClr val="dk1"/>
                </a:solidFill>
                <a:latin typeface="Roboto"/>
                <a:ea typeface="Roboto"/>
                <a:cs typeface="Roboto"/>
                <a:sym typeface="Roboto"/>
              </a:defRPr>
            </a:lvl8pPr>
            <a:lvl9pPr lvl="8">
              <a:spcBef>
                <a:spcPts val="0"/>
              </a:spcBef>
              <a:spcAft>
                <a:spcPts val="0"/>
              </a:spcAft>
              <a:buClr>
                <a:schemeClr val="dk1"/>
              </a:buClr>
              <a:buSzPts val="3000"/>
              <a:buFont typeface="Roboto"/>
              <a:buNone/>
              <a:defRPr sz="3000">
                <a:solidFill>
                  <a:schemeClr val="dk1"/>
                </a:solidFill>
                <a:latin typeface="Roboto"/>
                <a:ea typeface="Roboto"/>
                <a:cs typeface="Roboto"/>
                <a:sym typeface="Roboto"/>
              </a:defRPr>
            </a:lvl9pPr>
          </a:lstStyle>
          <a:p>
            <a:endParaRPr/>
          </a:p>
        </p:txBody>
      </p:sp>
      <p:sp>
        <p:nvSpPr>
          <p:cNvPr id="7" name="Google Shape;7;p1"/>
          <p:cNvSpPr txBox="1">
            <a:spLocks noGrp="1"/>
          </p:cNvSpPr>
          <p:nvPr>
            <p:ph type="body" idx="1"/>
          </p:nvPr>
        </p:nvSpPr>
        <p:spPr>
          <a:xfrm>
            <a:off x="311700" y="1229875"/>
            <a:ext cx="8520600" cy="3339000"/>
          </a:xfrm>
          <a:prstGeom prst="rect">
            <a:avLst/>
          </a:prstGeom>
          <a:noFill/>
          <a:ln>
            <a:noFill/>
          </a:ln>
        </p:spPr>
        <p:txBody>
          <a:bodyPr spcFirstLastPara="1" wrap="square" lIns="91425" tIns="91425" rIns="91425" bIns="91425" anchor="t" anchorCtr="0">
            <a:noAutofit/>
          </a:bodyPr>
          <a:lstStyle>
            <a:lvl1pPr marL="457200" lvl="0" indent="-342900">
              <a:lnSpc>
                <a:spcPct val="115000"/>
              </a:lnSpc>
              <a:spcBef>
                <a:spcPts val="0"/>
              </a:spcBef>
              <a:spcAft>
                <a:spcPts val="0"/>
              </a:spcAft>
              <a:buClr>
                <a:schemeClr val="dk2"/>
              </a:buClr>
              <a:buSzPts val="1800"/>
              <a:buFont typeface="Roboto"/>
              <a:buChar char="●"/>
              <a:defRPr sz="1800">
                <a:solidFill>
                  <a:schemeClr val="dk2"/>
                </a:solidFill>
                <a:latin typeface="Roboto"/>
                <a:ea typeface="Roboto"/>
                <a:cs typeface="Roboto"/>
                <a:sym typeface="Roboto"/>
              </a:defRPr>
            </a:lvl1pPr>
            <a:lvl2pPr marL="914400" lvl="1" indent="-317500">
              <a:lnSpc>
                <a:spcPct val="115000"/>
              </a:lnSpc>
              <a:spcBef>
                <a:spcPts val="1600"/>
              </a:spcBef>
              <a:spcAft>
                <a:spcPts val="0"/>
              </a:spcAft>
              <a:buClr>
                <a:schemeClr val="dk2"/>
              </a:buClr>
              <a:buSzPts val="1400"/>
              <a:buFont typeface="Roboto"/>
              <a:buChar char="○"/>
              <a:defRPr>
                <a:solidFill>
                  <a:schemeClr val="dk2"/>
                </a:solidFill>
                <a:latin typeface="Roboto"/>
                <a:ea typeface="Roboto"/>
                <a:cs typeface="Roboto"/>
                <a:sym typeface="Roboto"/>
              </a:defRPr>
            </a:lvl2pPr>
            <a:lvl3pPr marL="1371600" lvl="2" indent="-317500">
              <a:lnSpc>
                <a:spcPct val="115000"/>
              </a:lnSpc>
              <a:spcBef>
                <a:spcPts val="1600"/>
              </a:spcBef>
              <a:spcAft>
                <a:spcPts val="0"/>
              </a:spcAft>
              <a:buClr>
                <a:schemeClr val="dk2"/>
              </a:buClr>
              <a:buSzPts val="1400"/>
              <a:buFont typeface="Roboto"/>
              <a:buChar char="■"/>
              <a:defRPr>
                <a:solidFill>
                  <a:schemeClr val="dk2"/>
                </a:solidFill>
                <a:latin typeface="Roboto"/>
                <a:ea typeface="Roboto"/>
                <a:cs typeface="Roboto"/>
                <a:sym typeface="Roboto"/>
              </a:defRPr>
            </a:lvl3pPr>
            <a:lvl4pPr marL="1828800" lvl="3" indent="-317500">
              <a:lnSpc>
                <a:spcPct val="115000"/>
              </a:lnSpc>
              <a:spcBef>
                <a:spcPts val="1600"/>
              </a:spcBef>
              <a:spcAft>
                <a:spcPts val="0"/>
              </a:spcAft>
              <a:buClr>
                <a:schemeClr val="dk2"/>
              </a:buClr>
              <a:buSzPts val="1400"/>
              <a:buFont typeface="Roboto"/>
              <a:buChar char="●"/>
              <a:defRPr>
                <a:solidFill>
                  <a:schemeClr val="dk2"/>
                </a:solidFill>
                <a:latin typeface="Roboto"/>
                <a:ea typeface="Roboto"/>
                <a:cs typeface="Roboto"/>
                <a:sym typeface="Roboto"/>
              </a:defRPr>
            </a:lvl4pPr>
            <a:lvl5pPr marL="2286000" lvl="4" indent="-317500">
              <a:lnSpc>
                <a:spcPct val="115000"/>
              </a:lnSpc>
              <a:spcBef>
                <a:spcPts val="1600"/>
              </a:spcBef>
              <a:spcAft>
                <a:spcPts val="0"/>
              </a:spcAft>
              <a:buClr>
                <a:schemeClr val="dk2"/>
              </a:buClr>
              <a:buSzPts val="1400"/>
              <a:buFont typeface="Roboto"/>
              <a:buChar char="○"/>
              <a:defRPr>
                <a:solidFill>
                  <a:schemeClr val="dk2"/>
                </a:solidFill>
                <a:latin typeface="Roboto"/>
                <a:ea typeface="Roboto"/>
                <a:cs typeface="Roboto"/>
                <a:sym typeface="Roboto"/>
              </a:defRPr>
            </a:lvl5pPr>
            <a:lvl6pPr marL="2743200" lvl="5" indent="-317500">
              <a:lnSpc>
                <a:spcPct val="115000"/>
              </a:lnSpc>
              <a:spcBef>
                <a:spcPts val="1600"/>
              </a:spcBef>
              <a:spcAft>
                <a:spcPts val="0"/>
              </a:spcAft>
              <a:buClr>
                <a:schemeClr val="dk2"/>
              </a:buClr>
              <a:buSzPts val="1400"/>
              <a:buFont typeface="Roboto"/>
              <a:buChar char="■"/>
              <a:defRPr>
                <a:solidFill>
                  <a:schemeClr val="dk2"/>
                </a:solidFill>
                <a:latin typeface="Roboto"/>
                <a:ea typeface="Roboto"/>
                <a:cs typeface="Roboto"/>
                <a:sym typeface="Roboto"/>
              </a:defRPr>
            </a:lvl6pPr>
            <a:lvl7pPr marL="3200400" lvl="6" indent="-317500">
              <a:lnSpc>
                <a:spcPct val="115000"/>
              </a:lnSpc>
              <a:spcBef>
                <a:spcPts val="1600"/>
              </a:spcBef>
              <a:spcAft>
                <a:spcPts val="0"/>
              </a:spcAft>
              <a:buClr>
                <a:schemeClr val="dk2"/>
              </a:buClr>
              <a:buSzPts val="1400"/>
              <a:buFont typeface="Roboto"/>
              <a:buChar char="●"/>
              <a:defRPr>
                <a:solidFill>
                  <a:schemeClr val="dk2"/>
                </a:solidFill>
                <a:latin typeface="Roboto"/>
                <a:ea typeface="Roboto"/>
                <a:cs typeface="Roboto"/>
                <a:sym typeface="Roboto"/>
              </a:defRPr>
            </a:lvl7pPr>
            <a:lvl8pPr marL="3657600" lvl="7" indent="-317500">
              <a:lnSpc>
                <a:spcPct val="115000"/>
              </a:lnSpc>
              <a:spcBef>
                <a:spcPts val="1600"/>
              </a:spcBef>
              <a:spcAft>
                <a:spcPts val="0"/>
              </a:spcAft>
              <a:buClr>
                <a:schemeClr val="dk2"/>
              </a:buClr>
              <a:buSzPts val="1400"/>
              <a:buFont typeface="Roboto"/>
              <a:buChar char="○"/>
              <a:defRPr>
                <a:solidFill>
                  <a:schemeClr val="dk2"/>
                </a:solidFill>
                <a:latin typeface="Roboto"/>
                <a:ea typeface="Roboto"/>
                <a:cs typeface="Roboto"/>
                <a:sym typeface="Roboto"/>
              </a:defRPr>
            </a:lvl8pPr>
            <a:lvl9pPr marL="4114800" lvl="8" indent="-317500">
              <a:lnSpc>
                <a:spcPct val="115000"/>
              </a:lnSpc>
              <a:spcBef>
                <a:spcPts val="1600"/>
              </a:spcBef>
              <a:spcAft>
                <a:spcPts val="1600"/>
              </a:spcAft>
              <a:buClr>
                <a:schemeClr val="dk2"/>
              </a:buClr>
              <a:buSzPts val="1400"/>
              <a:buFont typeface="Roboto"/>
              <a:buChar char="■"/>
              <a:defRPr>
                <a:solidFill>
                  <a:schemeClr val="dk2"/>
                </a:solidFill>
                <a:latin typeface="Roboto"/>
                <a:ea typeface="Roboto"/>
                <a:cs typeface="Roboto"/>
                <a:sym typeface="Roboto"/>
              </a:defRPr>
            </a:lvl9pPr>
          </a:lstStyle>
          <a:p>
            <a:endParaRPr/>
          </a:p>
        </p:txBody>
      </p:sp>
      <p:sp>
        <p:nvSpPr>
          <p:cNvPr id="8" name="Google Shape;8;p1"/>
          <p:cNvSpPr txBox="1">
            <a:spLocks noGrp="1"/>
          </p:cNvSpPr>
          <p:nvPr>
            <p:ph type="sldNum" idx="12"/>
          </p:nvPr>
        </p:nvSpPr>
        <p:spPr>
          <a:xfrm>
            <a:off x="8460431" y="4651190"/>
            <a:ext cx="548700" cy="393600"/>
          </a:xfrm>
          <a:prstGeom prst="rect">
            <a:avLst/>
          </a:prstGeom>
          <a:noFill/>
          <a:ln>
            <a:noFill/>
          </a:ln>
        </p:spPr>
        <p:txBody>
          <a:bodyPr spcFirstLastPara="1" wrap="square" lIns="91425" tIns="91425" rIns="91425" bIns="91425" anchor="ctr" anchorCtr="0">
            <a:noAutofit/>
          </a:bodyPr>
          <a:lstStyle>
            <a:lvl1pPr lvl="0" algn="r">
              <a:buNone/>
              <a:defRPr sz="1000">
                <a:solidFill>
                  <a:schemeClr val="lt1"/>
                </a:solidFill>
                <a:latin typeface="Roboto"/>
                <a:ea typeface="Roboto"/>
                <a:cs typeface="Roboto"/>
                <a:sym typeface="Roboto"/>
              </a:defRPr>
            </a:lvl1pPr>
            <a:lvl2pPr lvl="1" algn="r">
              <a:buNone/>
              <a:defRPr sz="1000">
                <a:solidFill>
                  <a:schemeClr val="lt1"/>
                </a:solidFill>
                <a:latin typeface="Roboto"/>
                <a:ea typeface="Roboto"/>
                <a:cs typeface="Roboto"/>
                <a:sym typeface="Roboto"/>
              </a:defRPr>
            </a:lvl2pPr>
            <a:lvl3pPr lvl="2" algn="r">
              <a:buNone/>
              <a:defRPr sz="1000">
                <a:solidFill>
                  <a:schemeClr val="lt1"/>
                </a:solidFill>
                <a:latin typeface="Roboto"/>
                <a:ea typeface="Roboto"/>
                <a:cs typeface="Roboto"/>
                <a:sym typeface="Roboto"/>
              </a:defRPr>
            </a:lvl3pPr>
            <a:lvl4pPr lvl="3" algn="r">
              <a:buNone/>
              <a:defRPr sz="1000">
                <a:solidFill>
                  <a:schemeClr val="lt1"/>
                </a:solidFill>
                <a:latin typeface="Roboto"/>
                <a:ea typeface="Roboto"/>
                <a:cs typeface="Roboto"/>
                <a:sym typeface="Roboto"/>
              </a:defRPr>
            </a:lvl4pPr>
            <a:lvl5pPr lvl="4" algn="r">
              <a:buNone/>
              <a:defRPr sz="1000">
                <a:solidFill>
                  <a:schemeClr val="lt1"/>
                </a:solidFill>
                <a:latin typeface="Roboto"/>
                <a:ea typeface="Roboto"/>
                <a:cs typeface="Roboto"/>
                <a:sym typeface="Roboto"/>
              </a:defRPr>
            </a:lvl5pPr>
            <a:lvl6pPr lvl="5" algn="r">
              <a:buNone/>
              <a:defRPr sz="1000">
                <a:solidFill>
                  <a:schemeClr val="lt1"/>
                </a:solidFill>
                <a:latin typeface="Roboto"/>
                <a:ea typeface="Roboto"/>
                <a:cs typeface="Roboto"/>
                <a:sym typeface="Roboto"/>
              </a:defRPr>
            </a:lvl6pPr>
            <a:lvl7pPr lvl="6" algn="r">
              <a:buNone/>
              <a:defRPr sz="1000">
                <a:solidFill>
                  <a:schemeClr val="lt1"/>
                </a:solidFill>
                <a:latin typeface="Roboto"/>
                <a:ea typeface="Roboto"/>
                <a:cs typeface="Roboto"/>
                <a:sym typeface="Roboto"/>
              </a:defRPr>
            </a:lvl7pPr>
            <a:lvl8pPr lvl="7" algn="r">
              <a:buNone/>
              <a:defRPr sz="1000">
                <a:solidFill>
                  <a:schemeClr val="lt1"/>
                </a:solidFill>
                <a:latin typeface="Roboto"/>
                <a:ea typeface="Roboto"/>
                <a:cs typeface="Roboto"/>
                <a:sym typeface="Roboto"/>
              </a:defRPr>
            </a:lvl8pPr>
            <a:lvl9pPr lvl="8" algn="r">
              <a:buNone/>
              <a:defRPr sz="1000">
                <a:solidFill>
                  <a:schemeClr val="lt1"/>
                </a:solidFill>
                <a:latin typeface="Roboto"/>
                <a:ea typeface="Roboto"/>
                <a:cs typeface="Roboto"/>
                <a:sym typeface="Roboto"/>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mc:AlternateContent xmlns:mc="http://schemas.openxmlformats.org/markup-compatibility/2006" xmlns:p14="http://schemas.microsoft.com/office/powerpoint/2010/main">
    <mc:Choice Requires="p14">
      <p:transition spd="slow">
        <p:fade thruBlk="1"/>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xml"/><Relationship Id="rId1" Type="http://schemas.openxmlformats.org/officeDocument/2006/relationships/slideLayout" Target="../slideLayouts/slideLayout3.xml"/><Relationship Id="rId4" Type="http://schemas.openxmlformats.org/officeDocument/2006/relationships/image" Target="../media/image3.png"/></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9.xml"/><Relationship Id="rId1" Type="http://schemas.openxmlformats.org/officeDocument/2006/relationships/slideLayout" Target="../slideLayouts/slideLayout3.xml"/><Relationship Id="rId4" Type="http://schemas.openxmlformats.org/officeDocument/2006/relationships/image" Target="../media/image5.png"/></Relationships>
</file>

<file path=ppt/slides/_rels/slide10.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notesSlide" Target="../notesSlides/notesSlide11.xml"/><Relationship Id="rId1" Type="http://schemas.openxmlformats.org/officeDocument/2006/relationships/slideLayout" Target="../slideLayouts/slideLayout3.xml"/><Relationship Id="rId4" Type="http://schemas.openxmlformats.org/officeDocument/2006/relationships/image" Target="../media/image8.jpg"/></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84"/>
        <p:cNvGrpSpPr/>
        <p:nvPr/>
      </p:nvGrpSpPr>
      <p:grpSpPr>
        <a:xfrm>
          <a:off x="0" y="0"/>
          <a:ext cx="0" cy="0"/>
          <a:chOff x="0" y="0"/>
          <a:chExt cx="0" cy="0"/>
        </a:xfrm>
      </p:grpSpPr>
      <p:sp>
        <p:nvSpPr>
          <p:cNvPr id="85" name="Google Shape;85;p13"/>
          <p:cNvSpPr txBox="1">
            <a:spLocks noGrp="1"/>
          </p:cNvSpPr>
          <p:nvPr>
            <p:ph type="ctrTitle"/>
          </p:nvPr>
        </p:nvSpPr>
        <p:spPr>
          <a:xfrm>
            <a:off x="598100" y="1775222"/>
            <a:ext cx="8222100" cy="8388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dirty="0">
                <a:solidFill>
                  <a:srgbClr val="000000"/>
                </a:solidFill>
              </a:rPr>
              <a:t>Influencer Impact Analysis</a:t>
            </a:r>
            <a:endParaRPr dirty="0">
              <a:solidFill>
                <a:srgbClr val="000000"/>
              </a:solidFill>
            </a:endParaRPr>
          </a:p>
        </p:txBody>
      </p:sp>
      <p:sp>
        <p:nvSpPr>
          <p:cNvPr id="86" name="Google Shape;86;p13"/>
          <p:cNvSpPr txBox="1">
            <a:spLocks noGrp="1"/>
          </p:cNvSpPr>
          <p:nvPr>
            <p:ph type="subTitle" idx="1"/>
          </p:nvPr>
        </p:nvSpPr>
        <p:spPr>
          <a:xfrm>
            <a:off x="598088" y="2715913"/>
            <a:ext cx="8222100" cy="4329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b="1" dirty="0">
                <a:solidFill>
                  <a:srgbClr val="000000"/>
                </a:solidFill>
              </a:rPr>
              <a:t>Project By: </a:t>
            </a:r>
          </a:p>
          <a:p>
            <a:pPr marL="0" lvl="0" indent="0" algn="l" rtl="0">
              <a:spcBef>
                <a:spcPts val="0"/>
              </a:spcBef>
              <a:spcAft>
                <a:spcPts val="0"/>
              </a:spcAft>
              <a:buNone/>
            </a:pPr>
            <a:r>
              <a:rPr lang="en" b="1" dirty="0">
                <a:solidFill>
                  <a:srgbClr val="000000"/>
                </a:solidFill>
              </a:rPr>
              <a:t>Saumya Jaiswal</a:t>
            </a:r>
          </a:p>
          <a:p>
            <a:pPr marL="0" lvl="0" indent="0" algn="l" rtl="0">
              <a:spcBef>
                <a:spcPts val="0"/>
              </a:spcBef>
              <a:spcAft>
                <a:spcPts val="0"/>
              </a:spcAft>
              <a:buNone/>
            </a:pPr>
            <a:endParaRPr b="1" dirty="0">
              <a:solidFill>
                <a:srgbClr val="000000"/>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0"/>
        <p:cNvGrpSpPr/>
        <p:nvPr/>
      </p:nvGrpSpPr>
      <p:grpSpPr>
        <a:xfrm>
          <a:off x="0" y="0"/>
          <a:ext cx="0" cy="0"/>
          <a:chOff x="0" y="0"/>
          <a:chExt cx="0" cy="0"/>
        </a:xfrm>
      </p:grpSpPr>
      <p:sp>
        <p:nvSpPr>
          <p:cNvPr id="91" name="Google Shape;91;p14"/>
          <p:cNvSpPr txBox="1">
            <a:spLocks noGrp="1"/>
          </p:cNvSpPr>
          <p:nvPr>
            <p:ph type="title"/>
          </p:nvPr>
        </p:nvSpPr>
        <p:spPr>
          <a:xfrm>
            <a:off x="798875" y="568975"/>
            <a:ext cx="7688700" cy="535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Introduction</a:t>
            </a:r>
            <a:endParaRPr/>
          </a:p>
        </p:txBody>
      </p:sp>
      <p:sp>
        <p:nvSpPr>
          <p:cNvPr id="92" name="Google Shape;92;p14"/>
          <p:cNvSpPr txBox="1">
            <a:spLocks noGrp="1"/>
          </p:cNvSpPr>
          <p:nvPr>
            <p:ph type="body" idx="1"/>
          </p:nvPr>
        </p:nvSpPr>
        <p:spPr>
          <a:xfrm>
            <a:off x="429768" y="1393125"/>
            <a:ext cx="7030500" cy="3025500"/>
          </a:xfrm>
          <a:prstGeom prst="rect">
            <a:avLst/>
          </a:prstGeom>
        </p:spPr>
        <p:txBody>
          <a:bodyPr spcFirstLastPara="1" wrap="square" lIns="91425" tIns="91425" rIns="91425" bIns="91425" anchor="t" anchorCtr="0">
            <a:noAutofit/>
          </a:bodyPr>
          <a:lstStyle/>
          <a:p>
            <a:pPr marL="457200" lvl="0" indent="-323850" algn="l" rtl="0">
              <a:lnSpc>
                <a:spcPct val="100000"/>
              </a:lnSpc>
              <a:spcBef>
                <a:spcPts val="0"/>
              </a:spcBef>
              <a:spcAft>
                <a:spcPts val="0"/>
              </a:spcAft>
              <a:buSzPts val="1500"/>
              <a:buChar char="●"/>
            </a:pPr>
            <a:r>
              <a:rPr lang="en" sz="1500"/>
              <a:t>Influencers are key players in any Social Network, due to their high indegree and low outdegree. They also affect fields like Marketing, for which the companies interested to market their product can use these ratios.</a:t>
            </a:r>
            <a:endParaRPr sz="1500"/>
          </a:p>
          <a:p>
            <a:pPr marL="457200" lvl="0" indent="0" algn="l" rtl="0">
              <a:lnSpc>
                <a:spcPct val="100000"/>
              </a:lnSpc>
              <a:spcBef>
                <a:spcPts val="0"/>
              </a:spcBef>
              <a:spcAft>
                <a:spcPts val="0"/>
              </a:spcAft>
              <a:buNone/>
            </a:pPr>
            <a:endParaRPr sz="1500"/>
          </a:p>
          <a:p>
            <a:pPr marL="457200" lvl="0" indent="-323850" algn="l" rtl="0">
              <a:lnSpc>
                <a:spcPct val="100000"/>
              </a:lnSpc>
              <a:spcBef>
                <a:spcPts val="0"/>
              </a:spcBef>
              <a:spcAft>
                <a:spcPts val="0"/>
              </a:spcAft>
              <a:buSzPts val="1500"/>
              <a:buChar char="●"/>
            </a:pPr>
            <a:r>
              <a:rPr lang="en" sz="1500"/>
              <a:t>There are many other areas where this finding about "Influencer Impact Analysis" can play an important role as public opinion, which spreads quickly, determines trends.</a:t>
            </a:r>
            <a:endParaRPr sz="1500"/>
          </a:p>
          <a:p>
            <a:pPr marL="457200" lvl="0" indent="0" algn="l" rtl="0">
              <a:lnSpc>
                <a:spcPct val="100000"/>
              </a:lnSpc>
              <a:spcBef>
                <a:spcPts val="0"/>
              </a:spcBef>
              <a:spcAft>
                <a:spcPts val="0"/>
              </a:spcAft>
              <a:buNone/>
            </a:pPr>
            <a:endParaRPr sz="1500"/>
          </a:p>
          <a:p>
            <a:pPr marL="457200" lvl="0" indent="-323850" algn="l" rtl="0">
              <a:lnSpc>
                <a:spcPct val="100000"/>
              </a:lnSpc>
              <a:spcBef>
                <a:spcPts val="0"/>
              </a:spcBef>
              <a:spcAft>
                <a:spcPts val="0"/>
              </a:spcAft>
              <a:buSzPts val="1500"/>
              <a:buChar char="●"/>
            </a:pPr>
            <a:r>
              <a:rPr lang="en" sz="1500"/>
              <a:t>Twitter is used widely by all kinds of influencers including political figures like Presidents of countries.</a:t>
            </a:r>
            <a:endParaRPr sz="15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92"/>
                                        </p:tgtEl>
                                        <p:attrNameLst>
                                          <p:attrName>style.visibility</p:attrName>
                                        </p:attrNameLst>
                                      </p:cBhvr>
                                      <p:to>
                                        <p:strVal val="visible"/>
                                      </p:to>
                                    </p:set>
                                    <p:animEffect transition="in" filter="fade">
                                      <p:cBhvr>
                                        <p:cTn id="7" dur="1"/>
                                        <p:tgtEl>
                                          <p:spTgt spid="9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92">
                                            <p:txEl>
                                              <p:pRg st="0" end="0"/>
                                            </p:txEl>
                                          </p:spTgt>
                                        </p:tgtEl>
                                        <p:attrNameLst>
                                          <p:attrName>style.visibility</p:attrName>
                                        </p:attrNameLst>
                                      </p:cBhvr>
                                      <p:to>
                                        <p:strVal val="visible"/>
                                      </p:to>
                                    </p:set>
                                    <p:animEffect transition="in" filter="fade">
                                      <p:cBhvr>
                                        <p:cTn id="12" dur="1000"/>
                                        <p:tgtEl>
                                          <p:spTgt spid="92">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92">
                                            <p:txEl>
                                              <p:pRg st="1" end="1"/>
                                            </p:txEl>
                                          </p:spTgt>
                                        </p:tgtEl>
                                        <p:attrNameLst>
                                          <p:attrName>style.visibility</p:attrName>
                                        </p:attrNameLst>
                                      </p:cBhvr>
                                      <p:to>
                                        <p:strVal val="visible"/>
                                      </p:to>
                                    </p:set>
                                    <p:animEffect transition="in" filter="fade">
                                      <p:cBhvr>
                                        <p:cTn id="17" dur="1000"/>
                                        <p:tgtEl>
                                          <p:spTgt spid="92">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92">
                                            <p:txEl>
                                              <p:pRg st="2" end="2"/>
                                            </p:txEl>
                                          </p:spTgt>
                                        </p:tgtEl>
                                        <p:attrNameLst>
                                          <p:attrName>style.visibility</p:attrName>
                                        </p:attrNameLst>
                                      </p:cBhvr>
                                      <p:to>
                                        <p:strVal val="visible"/>
                                      </p:to>
                                    </p:set>
                                    <p:animEffect transition="in" filter="fade">
                                      <p:cBhvr>
                                        <p:cTn id="22" dur="1000"/>
                                        <p:tgtEl>
                                          <p:spTgt spid="92">
                                            <p:txEl>
                                              <p:pRg st="2" end="2"/>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92">
                                            <p:txEl>
                                              <p:pRg st="3" end="3"/>
                                            </p:txEl>
                                          </p:spTgt>
                                        </p:tgtEl>
                                        <p:attrNameLst>
                                          <p:attrName>style.visibility</p:attrName>
                                        </p:attrNameLst>
                                      </p:cBhvr>
                                      <p:to>
                                        <p:strVal val="visible"/>
                                      </p:to>
                                    </p:set>
                                    <p:animEffect transition="in" filter="fade">
                                      <p:cBhvr>
                                        <p:cTn id="27" dur="1000"/>
                                        <p:tgtEl>
                                          <p:spTgt spid="92">
                                            <p:txEl>
                                              <p:pRg st="3" end="3"/>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92">
                                            <p:txEl>
                                              <p:pRg st="4" end="4"/>
                                            </p:txEl>
                                          </p:spTgt>
                                        </p:tgtEl>
                                        <p:attrNameLst>
                                          <p:attrName>style.visibility</p:attrName>
                                        </p:attrNameLst>
                                      </p:cBhvr>
                                      <p:to>
                                        <p:strVal val="visible"/>
                                      </p:to>
                                    </p:set>
                                    <p:animEffect transition="in" filter="fade">
                                      <p:cBhvr>
                                        <p:cTn id="32" dur="1000"/>
                                        <p:tgtEl>
                                          <p:spTgt spid="92">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96"/>
        <p:cNvGrpSpPr/>
        <p:nvPr/>
      </p:nvGrpSpPr>
      <p:grpSpPr>
        <a:xfrm>
          <a:off x="0" y="0"/>
          <a:ext cx="0" cy="0"/>
          <a:chOff x="0" y="0"/>
          <a:chExt cx="0" cy="0"/>
        </a:xfrm>
      </p:grpSpPr>
      <p:sp>
        <p:nvSpPr>
          <p:cNvPr id="97" name="Google Shape;97;p15"/>
          <p:cNvSpPr txBox="1">
            <a:spLocks noGrp="1"/>
          </p:cNvSpPr>
          <p:nvPr>
            <p:ph type="title"/>
          </p:nvPr>
        </p:nvSpPr>
        <p:spPr>
          <a:xfrm>
            <a:off x="311700" y="410000"/>
            <a:ext cx="8520600" cy="607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Abstract</a:t>
            </a:r>
            <a:endParaRPr/>
          </a:p>
        </p:txBody>
      </p:sp>
      <p:sp>
        <p:nvSpPr>
          <p:cNvPr id="98" name="Google Shape;98;p15"/>
          <p:cNvSpPr txBox="1">
            <a:spLocks noGrp="1"/>
          </p:cNvSpPr>
          <p:nvPr>
            <p:ph type="body" idx="1"/>
          </p:nvPr>
        </p:nvSpPr>
        <p:spPr>
          <a:xfrm>
            <a:off x="311700" y="1229875"/>
            <a:ext cx="8520600" cy="3339000"/>
          </a:xfrm>
          <a:prstGeom prst="rect">
            <a:avLst/>
          </a:prstGeom>
        </p:spPr>
        <p:txBody>
          <a:bodyPr spcFirstLastPara="1" wrap="square" lIns="91425" tIns="91425" rIns="91425" bIns="91425" anchor="t" anchorCtr="0">
            <a:noAutofit/>
          </a:bodyPr>
          <a:lstStyle/>
          <a:p>
            <a:pPr marL="457200" lvl="0" indent="-317500" algn="l" rtl="0">
              <a:spcBef>
                <a:spcPts val="0"/>
              </a:spcBef>
              <a:spcAft>
                <a:spcPts val="0"/>
              </a:spcAft>
              <a:buClr>
                <a:srgbClr val="000000"/>
              </a:buClr>
              <a:buSzPts val="1400"/>
              <a:buFont typeface="Arial"/>
              <a:buChar char="●"/>
            </a:pPr>
            <a:r>
              <a:rPr lang="en" sz="1400">
                <a:solidFill>
                  <a:srgbClr val="000000"/>
                </a:solidFill>
                <a:latin typeface="Arial"/>
                <a:ea typeface="Arial"/>
                <a:cs typeface="Arial"/>
                <a:sym typeface="Arial"/>
              </a:rPr>
              <a:t>The goal of this study is to analyse the effects of influencer’s tweets on their followers and to determine the follower’s reaction on different tweets.</a:t>
            </a:r>
            <a:endParaRPr sz="1400">
              <a:solidFill>
                <a:srgbClr val="000000"/>
              </a:solidFill>
              <a:latin typeface="Arial"/>
              <a:ea typeface="Arial"/>
              <a:cs typeface="Arial"/>
              <a:sym typeface="Arial"/>
            </a:endParaRPr>
          </a:p>
          <a:p>
            <a:pPr marL="457200" lvl="0" indent="0" algn="l" rtl="0">
              <a:spcBef>
                <a:spcPts val="0"/>
              </a:spcBef>
              <a:spcAft>
                <a:spcPts val="0"/>
              </a:spcAft>
              <a:buNone/>
            </a:pPr>
            <a:endParaRPr sz="1400">
              <a:solidFill>
                <a:srgbClr val="000000"/>
              </a:solidFill>
              <a:latin typeface="Arial"/>
              <a:ea typeface="Arial"/>
              <a:cs typeface="Arial"/>
              <a:sym typeface="Arial"/>
            </a:endParaRPr>
          </a:p>
          <a:p>
            <a:pPr marL="457200" lvl="0" indent="-317500" algn="l" rtl="0">
              <a:spcBef>
                <a:spcPts val="0"/>
              </a:spcBef>
              <a:spcAft>
                <a:spcPts val="0"/>
              </a:spcAft>
              <a:buClr>
                <a:srgbClr val="000000"/>
              </a:buClr>
              <a:buSzPts val="1400"/>
              <a:buFont typeface="Arial"/>
              <a:buChar char="●"/>
            </a:pPr>
            <a:r>
              <a:rPr lang="en" sz="1400">
                <a:solidFill>
                  <a:srgbClr val="000000"/>
                </a:solidFill>
                <a:latin typeface="Arial"/>
                <a:ea typeface="Arial"/>
                <a:cs typeface="Arial"/>
                <a:sym typeface="Arial"/>
              </a:rPr>
              <a:t>In this project, we extracted recent tweets of 40 influencers and analysed the nature of those tweets as well as the response of their followers on those tweets.</a:t>
            </a:r>
            <a:endParaRPr sz="1400">
              <a:solidFill>
                <a:srgbClr val="000000"/>
              </a:solidFill>
              <a:latin typeface="Arial"/>
              <a:ea typeface="Arial"/>
              <a:cs typeface="Arial"/>
              <a:sym typeface="Arial"/>
            </a:endParaRPr>
          </a:p>
          <a:p>
            <a:pPr marL="457200" lvl="0" indent="0" algn="l" rtl="0">
              <a:spcBef>
                <a:spcPts val="0"/>
              </a:spcBef>
              <a:spcAft>
                <a:spcPts val="0"/>
              </a:spcAft>
              <a:buNone/>
            </a:pPr>
            <a:endParaRPr sz="1400">
              <a:solidFill>
                <a:srgbClr val="000000"/>
              </a:solidFill>
              <a:latin typeface="Arial"/>
              <a:ea typeface="Arial"/>
              <a:cs typeface="Arial"/>
              <a:sym typeface="Arial"/>
            </a:endParaRPr>
          </a:p>
          <a:p>
            <a:pPr marL="457200" lvl="0" indent="-317500" algn="l" rtl="0">
              <a:spcBef>
                <a:spcPts val="0"/>
              </a:spcBef>
              <a:spcAft>
                <a:spcPts val="0"/>
              </a:spcAft>
              <a:buClr>
                <a:srgbClr val="000000"/>
              </a:buClr>
              <a:buSzPts val="1400"/>
              <a:buFont typeface="Arial"/>
              <a:buChar char="●"/>
            </a:pPr>
            <a:r>
              <a:rPr lang="en" sz="1400">
                <a:solidFill>
                  <a:srgbClr val="000000"/>
                </a:solidFill>
                <a:latin typeface="Arial"/>
                <a:ea typeface="Arial"/>
                <a:cs typeface="Arial"/>
                <a:sym typeface="Arial"/>
              </a:rPr>
              <a:t>The response of the followers was determined using the favourite count as well as the retweet count for each tweet. Finally, the impact of the tweet was analysed based on the normalized values of the mentioned two factors.</a:t>
            </a:r>
            <a:endParaRPr sz="1400">
              <a:solidFill>
                <a:srgbClr val="000000"/>
              </a:solidFill>
              <a:latin typeface="Arial"/>
              <a:ea typeface="Arial"/>
              <a:cs typeface="Arial"/>
              <a:sym typeface="Arial"/>
            </a:endParaRPr>
          </a:p>
          <a:p>
            <a:pPr marL="0" lvl="0" indent="0" algn="l" rtl="0">
              <a:spcBef>
                <a:spcPts val="0"/>
              </a:spcBef>
              <a:spcAft>
                <a:spcPts val="0"/>
              </a:spcAft>
              <a:buNone/>
            </a:pPr>
            <a:endParaRPr sz="1400">
              <a:solidFill>
                <a:srgbClr val="000000"/>
              </a:solidFill>
              <a:latin typeface="Arial"/>
              <a:ea typeface="Arial"/>
              <a:cs typeface="Arial"/>
              <a:sym typeface="Arial"/>
            </a:endParaRPr>
          </a:p>
          <a:p>
            <a:pPr marL="0" lvl="0" indent="0" algn="l" rtl="0">
              <a:spcBef>
                <a:spcPts val="0"/>
              </a:spcBef>
              <a:spcAft>
                <a:spcPts val="0"/>
              </a:spcAft>
              <a:buNone/>
            </a:pPr>
            <a:endParaRPr sz="300">
              <a:solidFill>
                <a:srgbClr val="000000"/>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98">
                                            <p:txEl>
                                              <p:pRg st="0" end="0"/>
                                            </p:txEl>
                                          </p:spTgt>
                                        </p:tgtEl>
                                        <p:attrNameLst>
                                          <p:attrName>style.visibility</p:attrName>
                                        </p:attrNameLst>
                                      </p:cBhvr>
                                      <p:to>
                                        <p:strVal val="visible"/>
                                      </p:to>
                                    </p:set>
                                    <p:animEffect transition="in" filter="fade">
                                      <p:cBhvr>
                                        <p:cTn id="7" dur="1000"/>
                                        <p:tgtEl>
                                          <p:spTgt spid="98">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98">
                                            <p:txEl>
                                              <p:pRg st="1" end="1"/>
                                            </p:txEl>
                                          </p:spTgt>
                                        </p:tgtEl>
                                        <p:attrNameLst>
                                          <p:attrName>style.visibility</p:attrName>
                                        </p:attrNameLst>
                                      </p:cBhvr>
                                      <p:to>
                                        <p:strVal val="visible"/>
                                      </p:to>
                                    </p:set>
                                    <p:animEffect transition="in" filter="fade">
                                      <p:cBhvr>
                                        <p:cTn id="12" dur="1000"/>
                                        <p:tgtEl>
                                          <p:spTgt spid="98">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98">
                                            <p:txEl>
                                              <p:pRg st="2" end="2"/>
                                            </p:txEl>
                                          </p:spTgt>
                                        </p:tgtEl>
                                        <p:attrNameLst>
                                          <p:attrName>style.visibility</p:attrName>
                                        </p:attrNameLst>
                                      </p:cBhvr>
                                      <p:to>
                                        <p:strVal val="visible"/>
                                      </p:to>
                                    </p:set>
                                    <p:animEffect transition="in" filter="fade">
                                      <p:cBhvr>
                                        <p:cTn id="17" dur="1000"/>
                                        <p:tgtEl>
                                          <p:spTgt spid="98">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98">
                                            <p:txEl>
                                              <p:pRg st="3" end="3"/>
                                            </p:txEl>
                                          </p:spTgt>
                                        </p:tgtEl>
                                        <p:attrNameLst>
                                          <p:attrName>style.visibility</p:attrName>
                                        </p:attrNameLst>
                                      </p:cBhvr>
                                      <p:to>
                                        <p:strVal val="visible"/>
                                      </p:to>
                                    </p:set>
                                    <p:animEffect transition="in" filter="fade">
                                      <p:cBhvr>
                                        <p:cTn id="22" dur="1000"/>
                                        <p:tgtEl>
                                          <p:spTgt spid="98">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98">
                                            <p:txEl>
                                              <p:pRg st="4" end="4"/>
                                            </p:txEl>
                                          </p:spTgt>
                                        </p:tgtEl>
                                        <p:attrNameLst>
                                          <p:attrName>style.visibility</p:attrName>
                                        </p:attrNameLst>
                                      </p:cBhvr>
                                      <p:to>
                                        <p:strVal val="visible"/>
                                      </p:to>
                                    </p:set>
                                    <p:animEffect transition="in" filter="fade">
                                      <p:cBhvr>
                                        <p:cTn id="27" dur="1000"/>
                                        <p:tgtEl>
                                          <p:spTgt spid="98">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98">
                                            <p:txEl>
                                              <p:pRg st="5" end="5"/>
                                            </p:txEl>
                                          </p:spTgt>
                                        </p:tgtEl>
                                        <p:attrNameLst>
                                          <p:attrName>style.visibility</p:attrName>
                                        </p:attrNameLst>
                                      </p:cBhvr>
                                      <p:to>
                                        <p:strVal val="visible"/>
                                      </p:to>
                                    </p:set>
                                    <p:animEffect transition="in" filter="fade">
                                      <p:cBhvr>
                                        <p:cTn id="32" dur="1000"/>
                                        <p:tgtEl>
                                          <p:spTgt spid="98">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98">
                                            <p:txEl>
                                              <p:pRg st="6" end="6"/>
                                            </p:txEl>
                                          </p:spTgt>
                                        </p:tgtEl>
                                        <p:attrNameLst>
                                          <p:attrName>style.visibility</p:attrName>
                                        </p:attrNameLst>
                                      </p:cBhvr>
                                      <p:to>
                                        <p:strVal val="visible"/>
                                      </p:to>
                                    </p:set>
                                    <p:animEffect transition="in" filter="fade">
                                      <p:cBhvr>
                                        <p:cTn id="37" dur="1000"/>
                                        <p:tgtEl>
                                          <p:spTgt spid="98">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02"/>
        <p:cNvGrpSpPr/>
        <p:nvPr/>
      </p:nvGrpSpPr>
      <p:grpSpPr>
        <a:xfrm>
          <a:off x="0" y="0"/>
          <a:ext cx="0" cy="0"/>
          <a:chOff x="0" y="0"/>
          <a:chExt cx="0" cy="0"/>
        </a:xfrm>
      </p:grpSpPr>
      <p:sp>
        <p:nvSpPr>
          <p:cNvPr id="103" name="Google Shape;103;p16"/>
          <p:cNvSpPr txBox="1">
            <a:spLocks noGrp="1"/>
          </p:cNvSpPr>
          <p:nvPr>
            <p:ph type="title"/>
          </p:nvPr>
        </p:nvSpPr>
        <p:spPr>
          <a:xfrm>
            <a:off x="263125" y="423875"/>
            <a:ext cx="8520600" cy="6078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Flowchart</a:t>
            </a:r>
            <a:endParaRPr/>
          </a:p>
        </p:txBody>
      </p:sp>
      <p:pic>
        <p:nvPicPr>
          <p:cNvPr id="104" name="Google Shape;104;p16"/>
          <p:cNvPicPr preferRelativeResize="0"/>
          <p:nvPr/>
        </p:nvPicPr>
        <p:blipFill rotWithShape="1">
          <a:blip r:embed="rId3">
            <a:alphaModFix/>
          </a:blip>
          <a:srcRect l="-5468" t="-5252" r="-20224" b="-10946"/>
          <a:stretch/>
        </p:blipFill>
        <p:spPr>
          <a:xfrm>
            <a:off x="1680025" y="1031675"/>
            <a:ext cx="4477125" cy="3748300"/>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04"/>
                                        </p:tgtEl>
                                        <p:attrNameLst>
                                          <p:attrName>style.visibility</p:attrName>
                                        </p:attrNameLst>
                                      </p:cBhvr>
                                      <p:to>
                                        <p:strVal val="visible"/>
                                      </p:to>
                                    </p:set>
                                    <p:animEffect transition="in" filter="fade">
                                      <p:cBhvr>
                                        <p:cTn id="7" dur="1000"/>
                                        <p:tgtEl>
                                          <p:spTgt spid="10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08"/>
        <p:cNvGrpSpPr/>
        <p:nvPr/>
      </p:nvGrpSpPr>
      <p:grpSpPr>
        <a:xfrm>
          <a:off x="0" y="0"/>
          <a:ext cx="0" cy="0"/>
          <a:chOff x="0" y="0"/>
          <a:chExt cx="0" cy="0"/>
        </a:xfrm>
      </p:grpSpPr>
      <p:sp>
        <p:nvSpPr>
          <p:cNvPr id="109" name="Google Shape;109;p17"/>
          <p:cNvSpPr txBox="1">
            <a:spLocks noGrp="1"/>
          </p:cNvSpPr>
          <p:nvPr>
            <p:ph type="title"/>
          </p:nvPr>
        </p:nvSpPr>
        <p:spPr>
          <a:xfrm>
            <a:off x="311700" y="410000"/>
            <a:ext cx="8520600" cy="607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Methodology</a:t>
            </a:r>
            <a:endParaRPr/>
          </a:p>
        </p:txBody>
      </p:sp>
      <p:sp>
        <p:nvSpPr>
          <p:cNvPr id="110" name="Google Shape;110;p17"/>
          <p:cNvSpPr txBox="1">
            <a:spLocks noGrp="1"/>
          </p:cNvSpPr>
          <p:nvPr>
            <p:ph type="body" idx="1"/>
          </p:nvPr>
        </p:nvSpPr>
        <p:spPr>
          <a:xfrm>
            <a:off x="1303800" y="1471775"/>
            <a:ext cx="7030500" cy="3424800"/>
          </a:xfrm>
          <a:prstGeom prst="rect">
            <a:avLst/>
          </a:prstGeom>
        </p:spPr>
        <p:txBody>
          <a:bodyPr spcFirstLastPara="1" wrap="square" lIns="91425" tIns="91425" rIns="91425" bIns="91425" anchor="t" anchorCtr="0">
            <a:noAutofit/>
          </a:bodyPr>
          <a:lstStyle/>
          <a:p>
            <a:pPr marL="457200" lvl="0" indent="-323850" algn="l" rtl="0">
              <a:lnSpc>
                <a:spcPct val="100000"/>
              </a:lnSpc>
              <a:spcBef>
                <a:spcPts val="0"/>
              </a:spcBef>
              <a:spcAft>
                <a:spcPts val="0"/>
              </a:spcAft>
              <a:buSzPts val="1500"/>
              <a:buAutoNum type="arabicPeriod"/>
            </a:pPr>
            <a:r>
              <a:rPr lang="en" sz="1500"/>
              <a:t>Data extraction of various influencers via python.</a:t>
            </a:r>
            <a:endParaRPr sz="1500"/>
          </a:p>
          <a:p>
            <a:pPr marL="457200" lvl="0" indent="0" algn="l" rtl="0">
              <a:lnSpc>
                <a:spcPct val="100000"/>
              </a:lnSpc>
              <a:spcBef>
                <a:spcPts val="0"/>
              </a:spcBef>
              <a:spcAft>
                <a:spcPts val="0"/>
              </a:spcAft>
              <a:buNone/>
            </a:pPr>
            <a:endParaRPr sz="1500"/>
          </a:p>
          <a:p>
            <a:pPr marL="457200" lvl="0" indent="-323850" algn="l" rtl="0">
              <a:lnSpc>
                <a:spcPct val="100000"/>
              </a:lnSpc>
              <a:spcBef>
                <a:spcPts val="0"/>
              </a:spcBef>
              <a:spcAft>
                <a:spcPts val="0"/>
              </a:spcAft>
              <a:buSzPts val="1500"/>
              <a:buAutoNum type="arabicPeriod"/>
            </a:pPr>
            <a:r>
              <a:rPr lang="en" sz="1500"/>
              <a:t>Data pre-processing.</a:t>
            </a:r>
            <a:endParaRPr sz="1500"/>
          </a:p>
          <a:p>
            <a:pPr marL="457200" lvl="0" indent="0" algn="l" rtl="0">
              <a:lnSpc>
                <a:spcPct val="100000"/>
              </a:lnSpc>
              <a:spcBef>
                <a:spcPts val="0"/>
              </a:spcBef>
              <a:spcAft>
                <a:spcPts val="0"/>
              </a:spcAft>
              <a:buNone/>
            </a:pPr>
            <a:endParaRPr sz="1500"/>
          </a:p>
          <a:p>
            <a:pPr marL="457200" lvl="0" indent="-323850" algn="l" rtl="0">
              <a:lnSpc>
                <a:spcPct val="100000"/>
              </a:lnSpc>
              <a:spcBef>
                <a:spcPts val="0"/>
              </a:spcBef>
              <a:spcAft>
                <a:spcPts val="0"/>
              </a:spcAft>
              <a:buSzPts val="1500"/>
              <a:buAutoNum type="arabicPeriod"/>
            </a:pPr>
            <a:r>
              <a:rPr lang="en" sz="1500"/>
              <a:t>Data cleansing including removal of URLs, emojis, mentions, hashtags and non-alphabetic characters like punctuation marks.</a:t>
            </a:r>
            <a:endParaRPr sz="1500"/>
          </a:p>
          <a:p>
            <a:pPr marL="457200" lvl="0" indent="0" algn="l" rtl="0">
              <a:lnSpc>
                <a:spcPct val="100000"/>
              </a:lnSpc>
              <a:spcBef>
                <a:spcPts val="0"/>
              </a:spcBef>
              <a:spcAft>
                <a:spcPts val="0"/>
              </a:spcAft>
              <a:buNone/>
            </a:pPr>
            <a:endParaRPr sz="1500"/>
          </a:p>
          <a:p>
            <a:pPr marL="457200" lvl="0" indent="-323850" algn="l" rtl="0">
              <a:lnSpc>
                <a:spcPct val="100000"/>
              </a:lnSpc>
              <a:spcBef>
                <a:spcPts val="0"/>
              </a:spcBef>
              <a:spcAft>
                <a:spcPts val="0"/>
              </a:spcAft>
              <a:buSzPts val="1500"/>
              <a:buAutoNum type="arabicPeriod"/>
            </a:pPr>
            <a:r>
              <a:rPr lang="en" sz="1500"/>
              <a:t>Defining the sentiment function.</a:t>
            </a:r>
            <a:endParaRPr sz="1500"/>
          </a:p>
          <a:p>
            <a:pPr marL="457200" lvl="0" indent="0" algn="l" rtl="0">
              <a:lnSpc>
                <a:spcPct val="100000"/>
              </a:lnSpc>
              <a:spcBef>
                <a:spcPts val="0"/>
              </a:spcBef>
              <a:spcAft>
                <a:spcPts val="0"/>
              </a:spcAft>
              <a:buNone/>
            </a:pPr>
            <a:endParaRPr sz="15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10">
                                            <p:txEl>
                                              <p:pRg st="0" end="0"/>
                                            </p:txEl>
                                          </p:spTgt>
                                        </p:tgtEl>
                                        <p:attrNameLst>
                                          <p:attrName>style.visibility</p:attrName>
                                        </p:attrNameLst>
                                      </p:cBhvr>
                                      <p:to>
                                        <p:strVal val="visible"/>
                                      </p:to>
                                    </p:set>
                                    <p:animEffect transition="in" filter="fade">
                                      <p:cBhvr>
                                        <p:cTn id="7" dur="1000"/>
                                        <p:tgtEl>
                                          <p:spTgt spid="110">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10">
                                            <p:txEl>
                                              <p:pRg st="1" end="1"/>
                                            </p:txEl>
                                          </p:spTgt>
                                        </p:tgtEl>
                                        <p:attrNameLst>
                                          <p:attrName>style.visibility</p:attrName>
                                        </p:attrNameLst>
                                      </p:cBhvr>
                                      <p:to>
                                        <p:strVal val="visible"/>
                                      </p:to>
                                    </p:set>
                                    <p:animEffect transition="in" filter="fade">
                                      <p:cBhvr>
                                        <p:cTn id="12" dur="1000"/>
                                        <p:tgtEl>
                                          <p:spTgt spid="110">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10">
                                            <p:txEl>
                                              <p:pRg st="2" end="2"/>
                                            </p:txEl>
                                          </p:spTgt>
                                        </p:tgtEl>
                                        <p:attrNameLst>
                                          <p:attrName>style.visibility</p:attrName>
                                        </p:attrNameLst>
                                      </p:cBhvr>
                                      <p:to>
                                        <p:strVal val="visible"/>
                                      </p:to>
                                    </p:set>
                                    <p:animEffect transition="in" filter="fade">
                                      <p:cBhvr>
                                        <p:cTn id="17" dur="1000"/>
                                        <p:tgtEl>
                                          <p:spTgt spid="110">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110">
                                            <p:txEl>
                                              <p:pRg st="3" end="3"/>
                                            </p:txEl>
                                          </p:spTgt>
                                        </p:tgtEl>
                                        <p:attrNameLst>
                                          <p:attrName>style.visibility</p:attrName>
                                        </p:attrNameLst>
                                      </p:cBhvr>
                                      <p:to>
                                        <p:strVal val="visible"/>
                                      </p:to>
                                    </p:set>
                                    <p:animEffect transition="in" filter="fade">
                                      <p:cBhvr>
                                        <p:cTn id="22" dur="1000"/>
                                        <p:tgtEl>
                                          <p:spTgt spid="110">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110">
                                            <p:txEl>
                                              <p:pRg st="4" end="4"/>
                                            </p:txEl>
                                          </p:spTgt>
                                        </p:tgtEl>
                                        <p:attrNameLst>
                                          <p:attrName>style.visibility</p:attrName>
                                        </p:attrNameLst>
                                      </p:cBhvr>
                                      <p:to>
                                        <p:strVal val="visible"/>
                                      </p:to>
                                    </p:set>
                                    <p:animEffect transition="in" filter="fade">
                                      <p:cBhvr>
                                        <p:cTn id="27" dur="1000"/>
                                        <p:tgtEl>
                                          <p:spTgt spid="110">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110">
                                            <p:txEl>
                                              <p:pRg st="5" end="5"/>
                                            </p:txEl>
                                          </p:spTgt>
                                        </p:tgtEl>
                                        <p:attrNameLst>
                                          <p:attrName>style.visibility</p:attrName>
                                        </p:attrNameLst>
                                      </p:cBhvr>
                                      <p:to>
                                        <p:strVal val="visible"/>
                                      </p:to>
                                    </p:set>
                                    <p:animEffect transition="in" filter="fade">
                                      <p:cBhvr>
                                        <p:cTn id="32" dur="1000"/>
                                        <p:tgtEl>
                                          <p:spTgt spid="110">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110">
                                            <p:txEl>
                                              <p:pRg st="6" end="6"/>
                                            </p:txEl>
                                          </p:spTgt>
                                        </p:tgtEl>
                                        <p:attrNameLst>
                                          <p:attrName>style.visibility</p:attrName>
                                        </p:attrNameLst>
                                      </p:cBhvr>
                                      <p:to>
                                        <p:strVal val="visible"/>
                                      </p:to>
                                    </p:set>
                                    <p:animEffect transition="in" filter="fade">
                                      <p:cBhvr>
                                        <p:cTn id="37" dur="1000"/>
                                        <p:tgtEl>
                                          <p:spTgt spid="110">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110">
                                            <p:txEl>
                                              <p:pRg st="7" end="7"/>
                                            </p:txEl>
                                          </p:spTgt>
                                        </p:tgtEl>
                                        <p:attrNameLst>
                                          <p:attrName>style.visibility</p:attrName>
                                        </p:attrNameLst>
                                      </p:cBhvr>
                                      <p:to>
                                        <p:strVal val="visible"/>
                                      </p:to>
                                    </p:set>
                                    <p:animEffect transition="in" filter="fade">
                                      <p:cBhvr>
                                        <p:cTn id="42" dur="1000"/>
                                        <p:tgtEl>
                                          <p:spTgt spid="110">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14"/>
        <p:cNvGrpSpPr/>
        <p:nvPr/>
      </p:nvGrpSpPr>
      <p:grpSpPr>
        <a:xfrm>
          <a:off x="0" y="0"/>
          <a:ext cx="0" cy="0"/>
          <a:chOff x="0" y="0"/>
          <a:chExt cx="0" cy="0"/>
        </a:xfrm>
      </p:grpSpPr>
      <p:sp>
        <p:nvSpPr>
          <p:cNvPr id="115" name="Google Shape;115;p18"/>
          <p:cNvSpPr txBox="1">
            <a:spLocks noGrp="1"/>
          </p:cNvSpPr>
          <p:nvPr>
            <p:ph type="body" idx="1"/>
          </p:nvPr>
        </p:nvSpPr>
        <p:spPr>
          <a:xfrm>
            <a:off x="1256675" y="969200"/>
            <a:ext cx="7030500" cy="3589800"/>
          </a:xfrm>
          <a:prstGeom prst="rect">
            <a:avLst/>
          </a:prstGeom>
        </p:spPr>
        <p:txBody>
          <a:bodyPr spcFirstLastPara="1" wrap="square" lIns="91425" tIns="91425" rIns="91425" bIns="91425" anchor="t" anchorCtr="0">
            <a:noAutofit/>
          </a:bodyPr>
          <a:lstStyle/>
          <a:p>
            <a:pPr marL="457200" lvl="0" indent="-342900" algn="l" rtl="0">
              <a:spcBef>
                <a:spcPts val="0"/>
              </a:spcBef>
              <a:spcAft>
                <a:spcPts val="0"/>
              </a:spcAft>
              <a:buNone/>
            </a:pPr>
            <a:r>
              <a:rPr lang="en" sz="1600"/>
              <a:t>5.     Importing the positive and negative classification dictionaries and tokenizing the text column.</a:t>
            </a:r>
            <a:endParaRPr sz="1600"/>
          </a:p>
          <a:p>
            <a:pPr marL="457200" lvl="0" indent="-342900" algn="l" rtl="0">
              <a:spcBef>
                <a:spcPts val="0"/>
              </a:spcBef>
              <a:spcAft>
                <a:spcPts val="0"/>
              </a:spcAft>
              <a:buNone/>
            </a:pPr>
            <a:endParaRPr sz="1600"/>
          </a:p>
          <a:p>
            <a:pPr marL="0" lvl="0" indent="0" algn="l" rtl="0">
              <a:spcBef>
                <a:spcPts val="0"/>
              </a:spcBef>
              <a:spcAft>
                <a:spcPts val="0"/>
              </a:spcAft>
              <a:buNone/>
            </a:pPr>
            <a:r>
              <a:rPr lang="en" sz="1600"/>
              <a:t>   6.    Defining and applying the sentiment function to the dataset.</a:t>
            </a:r>
            <a:endParaRPr sz="1600"/>
          </a:p>
          <a:p>
            <a:pPr marL="0" lvl="0" indent="0" algn="l" rtl="0">
              <a:spcBef>
                <a:spcPts val="0"/>
              </a:spcBef>
              <a:spcAft>
                <a:spcPts val="0"/>
              </a:spcAft>
              <a:buNone/>
            </a:pPr>
            <a:endParaRPr sz="1600"/>
          </a:p>
          <a:p>
            <a:pPr marL="0" lvl="0" indent="0" algn="l" rtl="0">
              <a:spcBef>
                <a:spcPts val="0"/>
              </a:spcBef>
              <a:spcAft>
                <a:spcPts val="0"/>
              </a:spcAft>
              <a:buNone/>
            </a:pPr>
            <a:r>
              <a:rPr lang="en" sz="1600"/>
              <a:t>   7.    Calculating overall favourite count and retweet averages for           normalization purpose.                                                                                               </a:t>
            </a:r>
            <a:endParaRPr sz="1600"/>
          </a:p>
          <a:p>
            <a:pPr marL="0" lvl="0" indent="0" algn="l" rtl="0">
              <a:spcBef>
                <a:spcPts val="0"/>
              </a:spcBef>
              <a:spcAft>
                <a:spcPts val="0"/>
              </a:spcAft>
              <a:buNone/>
            </a:pPr>
            <a:endParaRPr sz="1600"/>
          </a:p>
          <a:p>
            <a:pPr marL="0" lvl="0" indent="0" algn="l" rtl="0">
              <a:spcBef>
                <a:spcPts val="0"/>
              </a:spcBef>
              <a:spcAft>
                <a:spcPts val="0"/>
              </a:spcAft>
              <a:buNone/>
            </a:pPr>
            <a:r>
              <a:rPr lang="en" sz="1600"/>
              <a:t>   8.    Calculating these averages for positive and negative sentiments.</a:t>
            </a:r>
            <a:endParaRPr sz="1600"/>
          </a:p>
          <a:p>
            <a:pPr marL="0" lvl="0" indent="0" algn="l" rtl="0">
              <a:spcBef>
                <a:spcPts val="0"/>
              </a:spcBef>
              <a:spcAft>
                <a:spcPts val="0"/>
              </a:spcAft>
              <a:buNone/>
            </a:pPr>
            <a:endParaRPr sz="16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15">
                                            <p:txEl>
                                              <p:pRg st="0" end="0"/>
                                            </p:txEl>
                                          </p:spTgt>
                                        </p:tgtEl>
                                        <p:attrNameLst>
                                          <p:attrName>style.visibility</p:attrName>
                                        </p:attrNameLst>
                                      </p:cBhvr>
                                      <p:to>
                                        <p:strVal val="visible"/>
                                      </p:to>
                                    </p:set>
                                    <p:animEffect transition="in" filter="fade">
                                      <p:cBhvr>
                                        <p:cTn id="7" dur="1000"/>
                                        <p:tgtEl>
                                          <p:spTgt spid="11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15">
                                            <p:txEl>
                                              <p:pRg st="1" end="1"/>
                                            </p:txEl>
                                          </p:spTgt>
                                        </p:tgtEl>
                                        <p:attrNameLst>
                                          <p:attrName>style.visibility</p:attrName>
                                        </p:attrNameLst>
                                      </p:cBhvr>
                                      <p:to>
                                        <p:strVal val="visible"/>
                                      </p:to>
                                    </p:set>
                                    <p:animEffect transition="in" filter="fade">
                                      <p:cBhvr>
                                        <p:cTn id="12" dur="1000"/>
                                        <p:tgtEl>
                                          <p:spTgt spid="115">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15">
                                            <p:txEl>
                                              <p:pRg st="2" end="2"/>
                                            </p:txEl>
                                          </p:spTgt>
                                        </p:tgtEl>
                                        <p:attrNameLst>
                                          <p:attrName>style.visibility</p:attrName>
                                        </p:attrNameLst>
                                      </p:cBhvr>
                                      <p:to>
                                        <p:strVal val="visible"/>
                                      </p:to>
                                    </p:set>
                                    <p:animEffect transition="in" filter="fade">
                                      <p:cBhvr>
                                        <p:cTn id="17" dur="1000"/>
                                        <p:tgtEl>
                                          <p:spTgt spid="115">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115">
                                            <p:txEl>
                                              <p:pRg st="3" end="3"/>
                                            </p:txEl>
                                          </p:spTgt>
                                        </p:tgtEl>
                                        <p:attrNameLst>
                                          <p:attrName>style.visibility</p:attrName>
                                        </p:attrNameLst>
                                      </p:cBhvr>
                                      <p:to>
                                        <p:strVal val="visible"/>
                                      </p:to>
                                    </p:set>
                                    <p:animEffect transition="in" filter="fade">
                                      <p:cBhvr>
                                        <p:cTn id="22" dur="1000"/>
                                        <p:tgtEl>
                                          <p:spTgt spid="115">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115">
                                            <p:txEl>
                                              <p:pRg st="4" end="4"/>
                                            </p:txEl>
                                          </p:spTgt>
                                        </p:tgtEl>
                                        <p:attrNameLst>
                                          <p:attrName>style.visibility</p:attrName>
                                        </p:attrNameLst>
                                      </p:cBhvr>
                                      <p:to>
                                        <p:strVal val="visible"/>
                                      </p:to>
                                    </p:set>
                                    <p:animEffect transition="in" filter="fade">
                                      <p:cBhvr>
                                        <p:cTn id="27" dur="1000"/>
                                        <p:tgtEl>
                                          <p:spTgt spid="115">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115">
                                            <p:txEl>
                                              <p:pRg st="5" end="5"/>
                                            </p:txEl>
                                          </p:spTgt>
                                        </p:tgtEl>
                                        <p:attrNameLst>
                                          <p:attrName>style.visibility</p:attrName>
                                        </p:attrNameLst>
                                      </p:cBhvr>
                                      <p:to>
                                        <p:strVal val="visible"/>
                                      </p:to>
                                    </p:set>
                                    <p:animEffect transition="in" filter="fade">
                                      <p:cBhvr>
                                        <p:cTn id="32" dur="1000"/>
                                        <p:tgtEl>
                                          <p:spTgt spid="115">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115">
                                            <p:txEl>
                                              <p:pRg st="6" end="6"/>
                                            </p:txEl>
                                          </p:spTgt>
                                        </p:tgtEl>
                                        <p:attrNameLst>
                                          <p:attrName>style.visibility</p:attrName>
                                        </p:attrNameLst>
                                      </p:cBhvr>
                                      <p:to>
                                        <p:strVal val="visible"/>
                                      </p:to>
                                    </p:set>
                                    <p:animEffect transition="in" filter="fade">
                                      <p:cBhvr>
                                        <p:cTn id="37" dur="1000"/>
                                        <p:tgtEl>
                                          <p:spTgt spid="115">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115">
                                            <p:txEl>
                                              <p:pRg st="7" end="7"/>
                                            </p:txEl>
                                          </p:spTgt>
                                        </p:tgtEl>
                                        <p:attrNameLst>
                                          <p:attrName>style.visibility</p:attrName>
                                        </p:attrNameLst>
                                      </p:cBhvr>
                                      <p:to>
                                        <p:strVal val="visible"/>
                                      </p:to>
                                    </p:set>
                                    <p:animEffect transition="in" filter="fade">
                                      <p:cBhvr>
                                        <p:cTn id="42" dur="1000"/>
                                        <p:tgtEl>
                                          <p:spTgt spid="115">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19"/>
        <p:cNvGrpSpPr/>
        <p:nvPr/>
      </p:nvGrpSpPr>
      <p:grpSpPr>
        <a:xfrm>
          <a:off x="0" y="0"/>
          <a:ext cx="0" cy="0"/>
          <a:chOff x="0" y="0"/>
          <a:chExt cx="0" cy="0"/>
        </a:xfrm>
      </p:grpSpPr>
      <p:sp>
        <p:nvSpPr>
          <p:cNvPr id="120" name="Google Shape;120;p19"/>
          <p:cNvSpPr txBox="1">
            <a:spLocks noGrp="1"/>
          </p:cNvSpPr>
          <p:nvPr>
            <p:ph type="body" idx="1"/>
          </p:nvPr>
        </p:nvSpPr>
        <p:spPr>
          <a:xfrm>
            <a:off x="1295950" y="1149800"/>
            <a:ext cx="7030500" cy="3126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1600"/>
              <a:t>   9.     Computing normalized ratios.</a:t>
            </a:r>
            <a:endParaRPr sz="1600"/>
          </a:p>
          <a:p>
            <a:pPr marL="0" lvl="0" indent="0" algn="l" rtl="0">
              <a:spcBef>
                <a:spcPts val="0"/>
              </a:spcBef>
              <a:spcAft>
                <a:spcPts val="0"/>
              </a:spcAft>
              <a:buNone/>
            </a:pPr>
            <a:endParaRPr sz="1600"/>
          </a:p>
          <a:p>
            <a:pPr marL="0" lvl="0" indent="0" algn="l" rtl="0">
              <a:spcBef>
                <a:spcPts val="0"/>
              </a:spcBef>
              <a:spcAft>
                <a:spcPts val="0"/>
              </a:spcAft>
              <a:buNone/>
            </a:pPr>
            <a:r>
              <a:rPr lang="en" sz="1600"/>
              <a:t>  10.    Preparation and insertion of row for automated insertion into the output file.</a:t>
            </a:r>
            <a:endParaRPr sz="1600"/>
          </a:p>
          <a:p>
            <a:pPr marL="0" lvl="0" indent="0" algn="l" rtl="0">
              <a:spcBef>
                <a:spcPts val="0"/>
              </a:spcBef>
              <a:spcAft>
                <a:spcPts val="0"/>
              </a:spcAft>
              <a:buNone/>
            </a:pPr>
            <a:endParaRPr sz="1600"/>
          </a:p>
          <a:p>
            <a:pPr marL="0" lvl="0" indent="0" algn="l" rtl="0">
              <a:spcBef>
                <a:spcPts val="0"/>
              </a:spcBef>
              <a:spcAft>
                <a:spcPts val="0"/>
              </a:spcAft>
              <a:buNone/>
            </a:pPr>
            <a:r>
              <a:rPr lang="en" sz="1600"/>
              <a:t>  11.    Go to step 1 for analysis of next influencer.</a:t>
            </a:r>
            <a:endParaRPr sz="1600"/>
          </a:p>
          <a:p>
            <a:pPr marL="0" lvl="0" indent="0" algn="l" rtl="0">
              <a:spcBef>
                <a:spcPts val="0"/>
              </a:spcBef>
              <a:spcAft>
                <a:spcPts val="0"/>
              </a:spcAft>
              <a:buNone/>
            </a:pPr>
            <a:endParaRPr sz="1600"/>
          </a:p>
          <a:p>
            <a:pPr marL="0" lvl="0" indent="0" algn="l" rtl="0">
              <a:spcBef>
                <a:spcPts val="0"/>
              </a:spcBef>
              <a:spcAft>
                <a:spcPts val="0"/>
              </a:spcAft>
              <a:buNone/>
            </a:pPr>
            <a:r>
              <a:rPr lang="en" sz="1600"/>
              <a:t>  12.    Collective Sentiment Analysis and visualization.</a:t>
            </a:r>
            <a:endParaRPr sz="1600"/>
          </a:p>
          <a:p>
            <a:pPr marL="0" lvl="0" indent="0" algn="l" rtl="0">
              <a:spcBef>
                <a:spcPts val="0"/>
              </a:spcBef>
              <a:spcAft>
                <a:spcPts val="0"/>
              </a:spcAft>
              <a:buNone/>
            </a:pPr>
            <a:endParaRPr sz="16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20">
                                            <p:txEl>
                                              <p:pRg st="0" end="0"/>
                                            </p:txEl>
                                          </p:spTgt>
                                        </p:tgtEl>
                                        <p:attrNameLst>
                                          <p:attrName>style.visibility</p:attrName>
                                        </p:attrNameLst>
                                      </p:cBhvr>
                                      <p:to>
                                        <p:strVal val="visible"/>
                                      </p:to>
                                    </p:set>
                                    <p:animEffect transition="in" filter="fade">
                                      <p:cBhvr>
                                        <p:cTn id="7" dur="1000"/>
                                        <p:tgtEl>
                                          <p:spTgt spid="120">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20">
                                            <p:txEl>
                                              <p:pRg st="1" end="1"/>
                                            </p:txEl>
                                          </p:spTgt>
                                        </p:tgtEl>
                                        <p:attrNameLst>
                                          <p:attrName>style.visibility</p:attrName>
                                        </p:attrNameLst>
                                      </p:cBhvr>
                                      <p:to>
                                        <p:strVal val="visible"/>
                                      </p:to>
                                    </p:set>
                                    <p:animEffect transition="in" filter="fade">
                                      <p:cBhvr>
                                        <p:cTn id="12" dur="1000"/>
                                        <p:tgtEl>
                                          <p:spTgt spid="120">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20">
                                            <p:txEl>
                                              <p:pRg st="2" end="2"/>
                                            </p:txEl>
                                          </p:spTgt>
                                        </p:tgtEl>
                                        <p:attrNameLst>
                                          <p:attrName>style.visibility</p:attrName>
                                        </p:attrNameLst>
                                      </p:cBhvr>
                                      <p:to>
                                        <p:strVal val="visible"/>
                                      </p:to>
                                    </p:set>
                                    <p:animEffect transition="in" filter="fade">
                                      <p:cBhvr>
                                        <p:cTn id="17" dur="1000"/>
                                        <p:tgtEl>
                                          <p:spTgt spid="120">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120">
                                            <p:txEl>
                                              <p:pRg st="3" end="3"/>
                                            </p:txEl>
                                          </p:spTgt>
                                        </p:tgtEl>
                                        <p:attrNameLst>
                                          <p:attrName>style.visibility</p:attrName>
                                        </p:attrNameLst>
                                      </p:cBhvr>
                                      <p:to>
                                        <p:strVal val="visible"/>
                                      </p:to>
                                    </p:set>
                                    <p:animEffect transition="in" filter="fade">
                                      <p:cBhvr>
                                        <p:cTn id="22" dur="1000"/>
                                        <p:tgtEl>
                                          <p:spTgt spid="120">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120">
                                            <p:txEl>
                                              <p:pRg st="4" end="4"/>
                                            </p:txEl>
                                          </p:spTgt>
                                        </p:tgtEl>
                                        <p:attrNameLst>
                                          <p:attrName>style.visibility</p:attrName>
                                        </p:attrNameLst>
                                      </p:cBhvr>
                                      <p:to>
                                        <p:strVal val="visible"/>
                                      </p:to>
                                    </p:set>
                                    <p:animEffect transition="in" filter="fade">
                                      <p:cBhvr>
                                        <p:cTn id="27" dur="1000"/>
                                        <p:tgtEl>
                                          <p:spTgt spid="120">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120">
                                            <p:txEl>
                                              <p:pRg st="5" end="5"/>
                                            </p:txEl>
                                          </p:spTgt>
                                        </p:tgtEl>
                                        <p:attrNameLst>
                                          <p:attrName>style.visibility</p:attrName>
                                        </p:attrNameLst>
                                      </p:cBhvr>
                                      <p:to>
                                        <p:strVal val="visible"/>
                                      </p:to>
                                    </p:set>
                                    <p:animEffect transition="in" filter="fade">
                                      <p:cBhvr>
                                        <p:cTn id="32" dur="1000"/>
                                        <p:tgtEl>
                                          <p:spTgt spid="120">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120">
                                            <p:txEl>
                                              <p:pRg st="6" end="6"/>
                                            </p:txEl>
                                          </p:spTgt>
                                        </p:tgtEl>
                                        <p:attrNameLst>
                                          <p:attrName>style.visibility</p:attrName>
                                        </p:attrNameLst>
                                      </p:cBhvr>
                                      <p:to>
                                        <p:strVal val="visible"/>
                                      </p:to>
                                    </p:set>
                                    <p:animEffect transition="in" filter="fade">
                                      <p:cBhvr>
                                        <p:cTn id="37" dur="1000"/>
                                        <p:tgtEl>
                                          <p:spTgt spid="120">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120">
                                            <p:txEl>
                                              <p:pRg st="7" end="7"/>
                                            </p:txEl>
                                          </p:spTgt>
                                        </p:tgtEl>
                                        <p:attrNameLst>
                                          <p:attrName>style.visibility</p:attrName>
                                        </p:attrNameLst>
                                      </p:cBhvr>
                                      <p:to>
                                        <p:strVal val="visible"/>
                                      </p:to>
                                    </p:set>
                                    <p:animEffect transition="in" filter="fade">
                                      <p:cBhvr>
                                        <p:cTn id="42" dur="1000"/>
                                        <p:tgtEl>
                                          <p:spTgt spid="120">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24"/>
        <p:cNvGrpSpPr/>
        <p:nvPr/>
      </p:nvGrpSpPr>
      <p:grpSpPr>
        <a:xfrm>
          <a:off x="0" y="0"/>
          <a:ext cx="0" cy="0"/>
          <a:chOff x="0" y="0"/>
          <a:chExt cx="0" cy="0"/>
        </a:xfrm>
      </p:grpSpPr>
      <p:sp>
        <p:nvSpPr>
          <p:cNvPr id="125" name="Google Shape;125;p20"/>
          <p:cNvSpPr txBox="1">
            <a:spLocks noGrp="1"/>
          </p:cNvSpPr>
          <p:nvPr>
            <p:ph type="title"/>
          </p:nvPr>
        </p:nvSpPr>
        <p:spPr>
          <a:xfrm>
            <a:off x="311700" y="410000"/>
            <a:ext cx="8520600" cy="607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Observations as Visualizations</a:t>
            </a:r>
            <a:endParaRPr/>
          </a:p>
        </p:txBody>
      </p:sp>
      <p:pic>
        <p:nvPicPr>
          <p:cNvPr id="126" name="Google Shape;126;p20"/>
          <p:cNvPicPr preferRelativeResize="0"/>
          <p:nvPr/>
        </p:nvPicPr>
        <p:blipFill>
          <a:blip r:embed="rId3">
            <a:alphaModFix/>
          </a:blip>
          <a:stretch>
            <a:fillRect/>
          </a:stretch>
        </p:blipFill>
        <p:spPr>
          <a:xfrm>
            <a:off x="144850" y="1398150"/>
            <a:ext cx="4427150" cy="3321300"/>
          </a:xfrm>
          <a:prstGeom prst="rect">
            <a:avLst/>
          </a:prstGeom>
          <a:noFill/>
          <a:ln>
            <a:noFill/>
          </a:ln>
        </p:spPr>
      </p:pic>
      <p:pic>
        <p:nvPicPr>
          <p:cNvPr id="127" name="Google Shape;127;p20"/>
          <p:cNvPicPr preferRelativeResize="0"/>
          <p:nvPr/>
        </p:nvPicPr>
        <p:blipFill>
          <a:blip r:embed="rId4">
            <a:alphaModFix/>
          </a:blip>
          <a:stretch>
            <a:fillRect/>
          </a:stretch>
        </p:blipFill>
        <p:spPr>
          <a:xfrm>
            <a:off x="4650675" y="1398150"/>
            <a:ext cx="4286349" cy="3321300"/>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26"/>
                                        </p:tgtEl>
                                        <p:attrNameLst>
                                          <p:attrName>style.visibility</p:attrName>
                                        </p:attrNameLst>
                                      </p:cBhvr>
                                      <p:to>
                                        <p:strVal val="visible"/>
                                      </p:to>
                                    </p:set>
                                    <p:animEffect transition="in" filter="fade">
                                      <p:cBhvr>
                                        <p:cTn id="7" dur="1000"/>
                                        <p:tgtEl>
                                          <p:spTgt spid="126"/>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27"/>
                                        </p:tgtEl>
                                        <p:attrNameLst>
                                          <p:attrName>style.visibility</p:attrName>
                                        </p:attrNameLst>
                                      </p:cBhvr>
                                      <p:to>
                                        <p:strVal val="visible"/>
                                      </p:to>
                                    </p:set>
                                    <p:animEffect transition="in" filter="fade">
                                      <p:cBhvr>
                                        <p:cTn id="12" dur="1000"/>
                                        <p:tgtEl>
                                          <p:spTgt spid="1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31"/>
        <p:cNvGrpSpPr/>
        <p:nvPr/>
      </p:nvGrpSpPr>
      <p:grpSpPr>
        <a:xfrm>
          <a:off x="0" y="0"/>
          <a:ext cx="0" cy="0"/>
          <a:chOff x="0" y="0"/>
          <a:chExt cx="0" cy="0"/>
        </a:xfrm>
      </p:grpSpPr>
      <p:pic>
        <p:nvPicPr>
          <p:cNvPr id="132" name="Google Shape;132;p21"/>
          <p:cNvPicPr preferRelativeResize="0"/>
          <p:nvPr/>
        </p:nvPicPr>
        <p:blipFill>
          <a:blip r:embed="rId3">
            <a:alphaModFix/>
          </a:blip>
          <a:stretch>
            <a:fillRect/>
          </a:stretch>
        </p:blipFill>
        <p:spPr>
          <a:xfrm>
            <a:off x="138500" y="1378175"/>
            <a:ext cx="4324975" cy="3588651"/>
          </a:xfrm>
          <a:prstGeom prst="rect">
            <a:avLst/>
          </a:prstGeom>
          <a:noFill/>
          <a:ln>
            <a:noFill/>
          </a:ln>
        </p:spPr>
      </p:pic>
      <p:pic>
        <p:nvPicPr>
          <p:cNvPr id="133" name="Google Shape;133;p21"/>
          <p:cNvPicPr preferRelativeResize="0"/>
          <p:nvPr/>
        </p:nvPicPr>
        <p:blipFill>
          <a:blip r:embed="rId4">
            <a:alphaModFix/>
          </a:blip>
          <a:stretch>
            <a:fillRect/>
          </a:stretch>
        </p:blipFill>
        <p:spPr>
          <a:xfrm>
            <a:off x="4671425" y="1378175"/>
            <a:ext cx="4375725" cy="3588650"/>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32"/>
                                        </p:tgtEl>
                                        <p:attrNameLst>
                                          <p:attrName>style.visibility</p:attrName>
                                        </p:attrNameLst>
                                      </p:cBhvr>
                                      <p:to>
                                        <p:strVal val="visible"/>
                                      </p:to>
                                    </p:set>
                                    <p:animEffect transition="in" filter="fade">
                                      <p:cBhvr>
                                        <p:cTn id="7" dur="1000"/>
                                        <p:tgtEl>
                                          <p:spTgt spid="13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33"/>
                                        </p:tgtEl>
                                        <p:attrNameLst>
                                          <p:attrName>style.visibility</p:attrName>
                                        </p:attrNameLst>
                                      </p:cBhvr>
                                      <p:to>
                                        <p:strVal val="visible"/>
                                      </p:to>
                                    </p:set>
                                    <p:animEffect transition="in" filter="fade">
                                      <p:cBhvr>
                                        <p:cTn id="12" dur="1000"/>
                                        <p:tgtEl>
                                          <p:spTgt spid="13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37"/>
        <p:cNvGrpSpPr/>
        <p:nvPr/>
      </p:nvGrpSpPr>
      <p:grpSpPr>
        <a:xfrm>
          <a:off x="0" y="0"/>
          <a:ext cx="0" cy="0"/>
          <a:chOff x="0" y="0"/>
          <a:chExt cx="0" cy="0"/>
        </a:xfrm>
      </p:grpSpPr>
      <p:pic>
        <p:nvPicPr>
          <p:cNvPr id="138" name="Google Shape;138;p22"/>
          <p:cNvPicPr preferRelativeResize="0"/>
          <p:nvPr/>
        </p:nvPicPr>
        <p:blipFill>
          <a:blip r:embed="rId3">
            <a:alphaModFix/>
          </a:blip>
          <a:stretch>
            <a:fillRect/>
          </a:stretch>
        </p:blipFill>
        <p:spPr>
          <a:xfrm>
            <a:off x="236450" y="207925"/>
            <a:ext cx="6190374" cy="4446549"/>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38"/>
                                        </p:tgtEl>
                                        <p:attrNameLst>
                                          <p:attrName>style.visibility</p:attrName>
                                        </p:attrNameLst>
                                      </p:cBhvr>
                                      <p:to>
                                        <p:strVal val="visible"/>
                                      </p:to>
                                    </p:set>
                                    <p:animEffect transition="in" filter="fade">
                                      <p:cBhvr>
                                        <p:cTn id="7" dur="1000"/>
                                        <p:tgtEl>
                                          <p:spTgt spid="13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42"/>
        <p:cNvGrpSpPr/>
        <p:nvPr/>
      </p:nvGrpSpPr>
      <p:grpSpPr>
        <a:xfrm>
          <a:off x="0" y="0"/>
          <a:ext cx="0" cy="0"/>
          <a:chOff x="0" y="0"/>
          <a:chExt cx="0" cy="0"/>
        </a:xfrm>
      </p:grpSpPr>
      <p:pic>
        <p:nvPicPr>
          <p:cNvPr id="143" name="Google Shape;143;p23"/>
          <p:cNvPicPr preferRelativeResize="0"/>
          <p:nvPr/>
        </p:nvPicPr>
        <p:blipFill>
          <a:blip r:embed="rId3">
            <a:alphaModFix/>
          </a:blip>
          <a:stretch>
            <a:fillRect/>
          </a:stretch>
        </p:blipFill>
        <p:spPr>
          <a:xfrm>
            <a:off x="232550" y="781163"/>
            <a:ext cx="4339450" cy="3581175"/>
          </a:xfrm>
          <a:prstGeom prst="rect">
            <a:avLst/>
          </a:prstGeom>
          <a:noFill/>
          <a:ln>
            <a:noFill/>
          </a:ln>
        </p:spPr>
      </p:pic>
      <p:pic>
        <p:nvPicPr>
          <p:cNvPr id="144" name="Google Shape;144;p23"/>
          <p:cNvPicPr preferRelativeResize="0"/>
          <p:nvPr/>
        </p:nvPicPr>
        <p:blipFill>
          <a:blip r:embed="rId4">
            <a:alphaModFix/>
          </a:blip>
          <a:stretch>
            <a:fillRect/>
          </a:stretch>
        </p:blipFill>
        <p:spPr>
          <a:xfrm>
            <a:off x="4794125" y="781163"/>
            <a:ext cx="4295574" cy="3581175"/>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43"/>
                                        </p:tgtEl>
                                        <p:attrNameLst>
                                          <p:attrName>style.visibility</p:attrName>
                                        </p:attrNameLst>
                                      </p:cBhvr>
                                      <p:to>
                                        <p:strVal val="visible"/>
                                      </p:to>
                                    </p:set>
                                    <p:animEffect transition="in" filter="fade">
                                      <p:cBhvr>
                                        <p:cTn id="7" dur="1000"/>
                                        <p:tgtEl>
                                          <p:spTgt spid="14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44"/>
                                        </p:tgtEl>
                                        <p:attrNameLst>
                                          <p:attrName>style.visibility</p:attrName>
                                        </p:attrNameLst>
                                      </p:cBhvr>
                                      <p:to>
                                        <p:strVal val="visible"/>
                                      </p:to>
                                    </p:set>
                                    <p:animEffect transition="in" filter="fade">
                                      <p:cBhvr>
                                        <p:cTn id="12" dur="1000"/>
                                        <p:tgtEl>
                                          <p:spTgt spid="14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48"/>
        <p:cNvGrpSpPr/>
        <p:nvPr/>
      </p:nvGrpSpPr>
      <p:grpSpPr>
        <a:xfrm>
          <a:off x="0" y="0"/>
          <a:ext cx="0" cy="0"/>
          <a:chOff x="0" y="0"/>
          <a:chExt cx="0" cy="0"/>
        </a:xfrm>
      </p:grpSpPr>
      <p:sp>
        <p:nvSpPr>
          <p:cNvPr id="149" name="Google Shape;149;p24"/>
          <p:cNvSpPr txBox="1">
            <a:spLocks noGrp="1"/>
          </p:cNvSpPr>
          <p:nvPr>
            <p:ph type="title"/>
          </p:nvPr>
        </p:nvSpPr>
        <p:spPr>
          <a:xfrm>
            <a:off x="311700" y="410000"/>
            <a:ext cx="8520600" cy="607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Conclusion</a:t>
            </a:r>
            <a:endParaRPr/>
          </a:p>
        </p:txBody>
      </p:sp>
      <p:sp>
        <p:nvSpPr>
          <p:cNvPr id="150" name="Google Shape;150;p24"/>
          <p:cNvSpPr txBox="1">
            <a:spLocks noGrp="1"/>
          </p:cNvSpPr>
          <p:nvPr>
            <p:ph type="body" idx="1"/>
          </p:nvPr>
        </p:nvSpPr>
        <p:spPr>
          <a:xfrm>
            <a:off x="1303800" y="1328100"/>
            <a:ext cx="7030500" cy="3815400"/>
          </a:xfrm>
          <a:prstGeom prst="rect">
            <a:avLst/>
          </a:prstGeom>
        </p:spPr>
        <p:txBody>
          <a:bodyPr spcFirstLastPara="1" wrap="square" lIns="91425" tIns="91425" rIns="91425" bIns="91425" anchor="t" anchorCtr="0">
            <a:noAutofit/>
          </a:bodyPr>
          <a:lstStyle/>
          <a:p>
            <a:pPr marL="457200" lvl="0" indent="-342900" algn="l" rtl="0">
              <a:lnSpc>
                <a:spcPct val="100000"/>
              </a:lnSpc>
              <a:spcBef>
                <a:spcPts val="0"/>
              </a:spcBef>
              <a:spcAft>
                <a:spcPts val="0"/>
              </a:spcAft>
              <a:buSzPts val="1800"/>
              <a:buChar char="●"/>
            </a:pPr>
            <a:r>
              <a:rPr lang="en"/>
              <a:t>The average ratio taken of all the influencers analyzed:</a:t>
            </a:r>
            <a:endParaRPr/>
          </a:p>
          <a:p>
            <a:pPr marL="457200" lvl="0" indent="0" algn="l" rtl="0">
              <a:lnSpc>
                <a:spcPct val="100000"/>
              </a:lnSpc>
              <a:spcBef>
                <a:spcPts val="0"/>
              </a:spcBef>
              <a:spcAft>
                <a:spcPts val="0"/>
              </a:spcAft>
              <a:buNone/>
            </a:pPr>
            <a:endParaRPr/>
          </a:p>
          <a:p>
            <a:pPr marL="914400" lvl="1" indent="-317500" algn="l" rtl="0">
              <a:lnSpc>
                <a:spcPct val="100000"/>
              </a:lnSpc>
              <a:spcBef>
                <a:spcPts val="0"/>
              </a:spcBef>
              <a:spcAft>
                <a:spcPts val="0"/>
              </a:spcAft>
              <a:buSzPts val="1400"/>
              <a:buChar char="○"/>
            </a:pPr>
            <a:r>
              <a:rPr lang="en"/>
              <a:t>Positive favourite counts = 0.98</a:t>
            </a:r>
            <a:endParaRPr/>
          </a:p>
          <a:p>
            <a:pPr marL="914400" lvl="0" indent="0" algn="l" rtl="0">
              <a:lnSpc>
                <a:spcPct val="100000"/>
              </a:lnSpc>
              <a:spcBef>
                <a:spcPts val="0"/>
              </a:spcBef>
              <a:spcAft>
                <a:spcPts val="0"/>
              </a:spcAft>
              <a:buNone/>
            </a:pPr>
            <a:endParaRPr/>
          </a:p>
          <a:p>
            <a:pPr marL="914400" lvl="1" indent="-317500" algn="l" rtl="0">
              <a:lnSpc>
                <a:spcPct val="100000"/>
              </a:lnSpc>
              <a:spcBef>
                <a:spcPts val="0"/>
              </a:spcBef>
              <a:spcAft>
                <a:spcPts val="0"/>
              </a:spcAft>
              <a:buSzPts val="1400"/>
              <a:buChar char="○"/>
            </a:pPr>
            <a:r>
              <a:rPr lang="en"/>
              <a:t>Negative favourite counts = 1.14</a:t>
            </a:r>
            <a:endParaRPr/>
          </a:p>
          <a:p>
            <a:pPr marL="914400" lvl="0" indent="0" algn="l" rtl="0">
              <a:lnSpc>
                <a:spcPct val="100000"/>
              </a:lnSpc>
              <a:spcBef>
                <a:spcPts val="0"/>
              </a:spcBef>
              <a:spcAft>
                <a:spcPts val="0"/>
              </a:spcAft>
              <a:buNone/>
            </a:pPr>
            <a:endParaRPr/>
          </a:p>
          <a:p>
            <a:pPr marL="914400" lvl="1" indent="-317500" algn="l" rtl="0">
              <a:lnSpc>
                <a:spcPct val="100000"/>
              </a:lnSpc>
              <a:spcBef>
                <a:spcPts val="0"/>
              </a:spcBef>
              <a:spcAft>
                <a:spcPts val="0"/>
              </a:spcAft>
              <a:buSzPts val="1400"/>
              <a:buChar char="○"/>
            </a:pPr>
            <a:r>
              <a:rPr lang="en"/>
              <a:t>Positive retweets = 0.96</a:t>
            </a:r>
            <a:endParaRPr/>
          </a:p>
          <a:p>
            <a:pPr marL="914400" lvl="0" indent="0" algn="l" rtl="0">
              <a:lnSpc>
                <a:spcPct val="100000"/>
              </a:lnSpc>
              <a:spcBef>
                <a:spcPts val="0"/>
              </a:spcBef>
              <a:spcAft>
                <a:spcPts val="0"/>
              </a:spcAft>
              <a:buNone/>
            </a:pPr>
            <a:endParaRPr/>
          </a:p>
          <a:p>
            <a:pPr marL="914400" lvl="1" indent="-317500" algn="l" rtl="0">
              <a:lnSpc>
                <a:spcPct val="100000"/>
              </a:lnSpc>
              <a:spcBef>
                <a:spcPts val="0"/>
              </a:spcBef>
              <a:spcAft>
                <a:spcPts val="0"/>
              </a:spcAft>
              <a:buSzPts val="1400"/>
              <a:buChar char="○"/>
            </a:pPr>
            <a:r>
              <a:rPr lang="en"/>
              <a:t>Negative retweets = 1.28</a:t>
            </a:r>
            <a:endParaRPr/>
          </a:p>
          <a:p>
            <a:pPr marL="0" lvl="0" indent="0" algn="l" rtl="0">
              <a:spcBef>
                <a:spcPts val="0"/>
              </a:spcBef>
              <a:spcAft>
                <a:spcPts val="0"/>
              </a:spcAft>
              <a:buNone/>
            </a:pPr>
            <a:endParaRPr/>
          </a:p>
          <a:p>
            <a:pPr marL="0" lvl="0" indent="0" algn="l" rtl="0">
              <a:spcBef>
                <a:spcPts val="0"/>
              </a:spcBef>
              <a:spcAft>
                <a:spcPts val="0"/>
              </a:spcAft>
              <a:buNone/>
            </a:pPr>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50">
                                            <p:txEl>
                                              <p:pRg st="0" end="0"/>
                                            </p:txEl>
                                          </p:spTgt>
                                        </p:tgtEl>
                                        <p:attrNameLst>
                                          <p:attrName>style.visibility</p:attrName>
                                        </p:attrNameLst>
                                      </p:cBhvr>
                                      <p:to>
                                        <p:strVal val="visible"/>
                                      </p:to>
                                    </p:set>
                                    <p:animEffect transition="in" filter="fade">
                                      <p:cBhvr>
                                        <p:cTn id="7" dur="500"/>
                                        <p:tgtEl>
                                          <p:spTgt spid="150">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50">
                                            <p:txEl>
                                              <p:pRg st="1" end="1"/>
                                            </p:txEl>
                                          </p:spTgt>
                                        </p:tgtEl>
                                        <p:attrNameLst>
                                          <p:attrName>style.visibility</p:attrName>
                                        </p:attrNameLst>
                                      </p:cBhvr>
                                      <p:to>
                                        <p:strVal val="visible"/>
                                      </p:to>
                                    </p:set>
                                    <p:animEffect transition="in" filter="fade">
                                      <p:cBhvr>
                                        <p:cTn id="12" dur="500"/>
                                        <p:tgtEl>
                                          <p:spTgt spid="150">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50">
                                            <p:txEl>
                                              <p:pRg st="2" end="2"/>
                                            </p:txEl>
                                          </p:spTgt>
                                        </p:tgtEl>
                                        <p:attrNameLst>
                                          <p:attrName>style.visibility</p:attrName>
                                        </p:attrNameLst>
                                      </p:cBhvr>
                                      <p:to>
                                        <p:strVal val="visible"/>
                                      </p:to>
                                    </p:set>
                                    <p:animEffect transition="in" filter="fade">
                                      <p:cBhvr>
                                        <p:cTn id="17" dur="500"/>
                                        <p:tgtEl>
                                          <p:spTgt spid="150">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150">
                                            <p:txEl>
                                              <p:pRg st="3" end="3"/>
                                            </p:txEl>
                                          </p:spTgt>
                                        </p:tgtEl>
                                        <p:attrNameLst>
                                          <p:attrName>style.visibility</p:attrName>
                                        </p:attrNameLst>
                                      </p:cBhvr>
                                      <p:to>
                                        <p:strVal val="visible"/>
                                      </p:to>
                                    </p:set>
                                    <p:animEffect transition="in" filter="fade">
                                      <p:cBhvr>
                                        <p:cTn id="22" dur="500"/>
                                        <p:tgtEl>
                                          <p:spTgt spid="150">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150">
                                            <p:txEl>
                                              <p:pRg st="4" end="4"/>
                                            </p:txEl>
                                          </p:spTgt>
                                        </p:tgtEl>
                                        <p:attrNameLst>
                                          <p:attrName>style.visibility</p:attrName>
                                        </p:attrNameLst>
                                      </p:cBhvr>
                                      <p:to>
                                        <p:strVal val="visible"/>
                                      </p:to>
                                    </p:set>
                                    <p:animEffect transition="in" filter="fade">
                                      <p:cBhvr>
                                        <p:cTn id="27" dur="500"/>
                                        <p:tgtEl>
                                          <p:spTgt spid="150">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150">
                                            <p:txEl>
                                              <p:pRg st="5" end="5"/>
                                            </p:txEl>
                                          </p:spTgt>
                                        </p:tgtEl>
                                        <p:attrNameLst>
                                          <p:attrName>style.visibility</p:attrName>
                                        </p:attrNameLst>
                                      </p:cBhvr>
                                      <p:to>
                                        <p:strVal val="visible"/>
                                      </p:to>
                                    </p:set>
                                    <p:animEffect transition="in" filter="fade">
                                      <p:cBhvr>
                                        <p:cTn id="32" dur="500"/>
                                        <p:tgtEl>
                                          <p:spTgt spid="150">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150">
                                            <p:txEl>
                                              <p:pRg st="6" end="6"/>
                                            </p:txEl>
                                          </p:spTgt>
                                        </p:tgtEl>
                                        <p:attrNameLst>
                                          <p:attrName>style.visibility</p:attrName>
                                        </p:attrNameLst>
                                      </p:cBhvr>
                                      <p:to>
                                        <p:strVal val="visible"/>
                                      </p:to>
                                    </p:set>
                                    <p:animEffect transition="in" filter="fade">
                                      <p:cBhvr>
                                        <p:cTn id="37" dur="500"/>
                                        <p:tgtEl>
                                          <p:spTgt spid="150">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150">
                                            <p:txEl>
                                              <p:pRg st="7" end="7"/>
                                            </p:txEl>
                                          </p:spTgt>
                                        </p:tgtEl>
                                        <p:attrNameLst>
                                          <p:attrName>style.visibility</p:attrName>
                                        </p:attrNameLst>
                                      </p:cBhvr>
                                      <p:to>
                                        <p:strVal val="visible"/>
                                      </p:to>
                                    </p:set>
                                    <p:animEffect transition="in" filter="fade">
                                      <p:cBhvr>
                                        <p:cTn id="42" dur="500"/>
                                        <p:tgtEl>
                                          <p:spTgt spid="150">
                                            <p:txEl>
                                              <p:pRg st="7" end="7"/>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nodeType="clickEffect">
                                  <p:stCondLst>
                                    <p:cond delay="0"/>
                                  </p:stCondLst>
                                  <p:childTnLst>
                                    <p:set>
                                      <p:cBhvr>
                                        <p:cTn id="46" dur="1" fill="hold">
                                          <p:stCondLst>
                                            <p:cond delay="0"/>
                                          </p:stCondLst>
                                        </p:cTn>
                                        <p:tgtEl>
                                          <p:spTgt spid="150">
                                            <p:txEl>
                                              <p:pRg st="8" end="8"/>
                                            </p:txEl>
                                          </p:spTgt>
                                        </p:tgtEl>
                                        <p:attrNameLst>
                                          <p:attrName>style.visibility</p:attrName>
                                        </p:attrNameLst>
                                      </p:cBhvr>
                                      <p:to>
                                        <p:strVal val="visible"/>
                                      </p:to>
                                    </p:set>
                                    <p:animEffect transition="in" filter="fade">
                                      <p:cBhvr>
                                        <p:cTn id="47" dur="500"/>
                                        <p:tgtEl>
                                          <p:spTgt spid="150">
                                            <p:txEl>
                                              <p:pRg st="8" end="8"/>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nodeType="clickEffect">
                                  <p:stCondLst>
                                    <p:cond delay="0"/>
                                  </p:stCondLst>
                                  <p:childTnLst>
                                    <p:set>
                                      <p:cBhvr>
                                        <p:cTn id="51" dur="1" fill="hold">
                                          <p:stCondLst>
                                            <p:cond delay="0"/>
                                          </p:stCondLst>
                                        </p:cTn>
                                        <p:tgtEl>
                                          <p:spTgt spid="150">
                                            <p:txEl>
                                              <p:pRg st="9" end="9"/>
                                            </p:txEl>
                                          </p:spTgt>
                                        </p:tgtEl>
                                        <p:attrNameLst>
                                          <p:attrName>style.visibility</p:attrName>
                                        </p:attrNameLst>
                                      </p:cBhvr>
                                      <p:to>
                                        <p:strVal val="visible"/>
                                      </p:to>
                                    </p:set>
                                    <p:animEffect transition="in" filter="fade">
                                      <p:cBhvr>
                                        <p:cTn id="52" dur="500"/>
                                        <p:tgtEl>
                                          <p:spTgt spid="150">
                                            <p:txEl>
                                              <p:pRg st="9" end="9"/>
                                            </p:txEl>
                                          </p:spTgt>
                                        </p:tgtEl>
                                      </p:cBhvr>
                                    </p:animEffect>
                                  </p:childTnLst>
                                </p:cTn>
                              </p:par>
                            </p:childTnLst>
                          </p:cTn>
                        </p:par>
                      </p:childTnLst>
                    </p:cTn>
                  </p:par>
                  <p:par>
                    <p:cTn id="53" fill="hold">
                      <p:stCondLst>
                        <p:cond delay="indefinite"/>
                      </p:stCondLst>
                      <p:childTnLst>
                        <p:par>
                          <p:cTn id="54" fill="hold">
                            <p:stCondLst>
                              <p:cond delay="0"/>
                            </p:stCondLst>
                            <p:childTnLst>
                              <p:par>
                                <p:cTn id="55" presetID="10" presetClass="entr" presetSubtype="0" fill="hold" nodeType="clickEffect">
                                  <p:stCondLst>
                                    <p:cond delay="0"/>
                                  </p:stCondLst>
                                  <p:childTnLst>
                                    <p:set>
                                      <p:cBhvr>
                                        <p:cTn id="56" dur="1" fill="hold">
                                          <p:stCondLst>
                                            <p:cond delay="0"/>
                                          </p:stCondLst>
                                        </p:cTn>
                                        <p:tgtEl>
                                          <p:spTgt spid="150">
                                            <p:txEl>
                                              <p:pRg st="10" end="10"/>
                                            </p:txEl>
                                          </p:spTgt>
                                        </p:tgtEl>
                                        <p:attrNameLst>
                                          <p:attrName>style.visibility</p:attrName>
                                        </p:attrNameLst>
                                      </p:cBhvr>
                                      <p:to>
                                        <p:strVal val="visible"/>
                                      </p:to>
                                    </p:set>
                                    <p:animEffect transition="in" filter="fade">
                                      <p:cBhvr>
                                        <p:cTn id="57" dur="500"/>
                                        <p:tgtEl>
                                          <p:spTgt spid="150">
                                            <p:txEl>
                                              <p:pRg st="10" end="1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54"/>
        <p:cNvGrpSpPr/>
        <p:nvPr/>
      </p:nvGrpSpPr>
      <p:grpSpPr>
        <a:xfrm>
          <a:off x="0" y="0"/>
          <a:ext cx="0" cy="0"/>
          <a:chOff x="0" y="0"/>
          <a:chExt cx="0" cy="0"/>
        </a:xfrm>
      </p:grpSpPr>
      <p:sp>
        <p:nvSpPr>
          <p:cNvPr id="155" name="Google Shape;155;p25"/>
          <p:cNvSpPr txBox="1">
            <a:spLocks noGrp="1"/>
          </p:cNvSpPr>
          <p:nvPr>
            <p:ph type="body" idx="1"/>
          </p:nvPr>
        </p:nvSpPr>
        <p:spPr>
          <a:xfrm>
            <a:off x="1056750" y="1300950"/>
            <a:ext cx="7030500" cy="2541600"/>
          </a:xfrm>
          <a:prstGeom prst="rect">
            <a:avLst/>
          </a:prstGeom>
        </p:spPr>
        <p:txBody>
          <a:bodyPr spcFirstLastPara="1" wrap="square" lIns="91425" tIns="91425" rIns="91425" bIns="91425" anchor="t" anchorCtr="0">
            <a:noAutofit/>
          </a:bodyPr>
          <a:lstStyle/>
          <a:p>
            <a:pPr marL="0" lvl="0" indent="0" algn="l" rtl="0">
              <a:spcBef>
                <a:spcPts val="0"/>
              </a:spcBef>
              <a:spcAft>
                <a:spcPts val="1600"/>
              </a:spcAft>
              <a:buNone/>
            </a:pPr>
            <a:r>
              <a:rPr lang="en"/>
              <a:t>Since both the ratios for favourite counts and retweets negative sentiments are greater than that of the positive ones, we can conclude that  the negative reaction of any influencer related to any current event be it elections or movements, shapes the opinion of their followers to a significantly greater extent than their positive opinion.</a:t>
            </a:r>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55">
                                            <p:txEl>
                                              <p:pRg st="0" end="0"/>
                                            </p:txEl>
                                          </p:spTgt>
                                        </p:tgtEl>
                                        <p:attrNameLst>
                                          <p:attrName>style.visibility</p:attrName>
                                        </p:attrNameLst>
                                      </p:cBhvr>
                                      <p:to>
                                        <p:strVal val="visible"/>
                                      </p:to>
                                    </p:set>
                                    <p:animEffect transition="in" filter="fade">
                                      <p:cBhvr>
                                        <p:cTn id="7" dur="1000"/>
                                        <p:tgtEl>
                                          <p:spTgt spid="155">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Geometric">
  <a:themeElements>
    <a:clrScheme name="Geometric">
      <a:dk1>
        <a:srgbClr val="2A3990"/>
      </a:dk1>
      <a:lt1>
        <a:srgbClr val="FFFFFF"/>
      </a:lt1>
      <a:dk2>
        <a:srgbClr val="434343"/>
      </a:dk2>
      <a:lt2>
        <a:srgbClr val="999999"/>
      </a:lt2>
      <a:accent1>
        <a:srgbClr val="212D74"/>
      </a:accent1>
      <a:accent2>
        <a:srgbClr val="3949AB"/>
      </a:accent2>
      <a:accent3>
        <a:srgbClr val="9C254D"/>
      </a:accent3>
      <a:accent4>
        <a:srgbClr val="D23369"/>
      </a:accent4>
      <a:accent5>
        <a:srgbClr val="F06292"/>
      </a:accent5>
      <a:accent6>
        <a:srgbClr val="7890CD"/>
      </a:accent6>
      <a:hlink>
        <a:srgbClr val="F06292"/>
      </a:hlink>
      <a:folHlink>
        <a:srgbClr val="F0629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TotalTime>
  <Words>418</Words>
  <Application>Microsoft Office PowerPoint</Application>
  <PresentationFormat>On-screen Show (16:9)</PresentationFormat>
  <Paragraphs>50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Roboto</vt:lpstr>
      <vt:lpstr>Arial</vt:lpstr>
      <vt:lpstr>Geometric</vt:lpstr>
      <vt:lpstr>Influencer Impact Analysis</vt:lpstr>
      <vt:lpstr>Introduction</vt:lpstr>
      <vt:lpstr>Abstract</vt:lpstr>
      <vt:lpstr>Flowchart</vt:lpstr>
      <vt:lpstr>Methodology</vt:lpstr>
      <vt:lpstr>PowerPoint Presentation</vt:lpstr>
      <vt:lpstr>PowerPoint Presentation</vt:lpstr>
      <vt:lpstr>Observations as Visualizations</vt:lpstr>
      <vt:lpstr>PowerPoint Presentation</vt:lpstr>
      <vt:lpstr>PowerPoint Presentation</vt:lpstr>
      <vt:lpstr>PowerPoint Presentation</vt:lpstr>
      <vt:lpstr>Conclusion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Saumya Jaiswal</cp:lastModifiedBy>
  <cp:revision>1</cp:revision>
  <dcterms:modified xsi:type="dcterms:W3CDTF">2026-04-12T20:12:13Z</dcterms:modified>
</cp:coreProperties>
</file>